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88" r:id="rId5"/>
    <p:sldId id="256" r:id="rId6"/>
    <p:sldId id="261" r:id="rId7"/>
    <p:sldId id="263" r:id="rId8"/>
    <p:sldId id="279" r:id="rId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SM template" id="{37E3D7DC-88B3-E943-A9A3-CA863CEBA963}">
          <p14:sldIdLst>
            <p14:sldId id="288"/>
            <p14:sldId id="256"/>
            <p14:sldId id="261"/>
            <p14:sldId id="263"/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a Zecevic" initials="IZ" lastIdx="17" clrIdx="0">
    <p:extLst>
      <p:ext uri="{19B8F6BF-5375-455C-9EA6-DF929625EA0E}">
        <p15:presenceInfo xmlns:p15="http://schemas.microsoft.com/office/powerpoint/2012/main" userId="S::77572ize@eur.nl::d6a5efe8-07e5-4dbe-b969-2a21b71e36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6304"/>
  </p:normalViewPr>
  <p:slideViewPr>
    <p:cSldViewPr snapToGrid="0" snapToObjects="1" showGuides="1">
      <p:cViewPr varScale="1">
        <p:scale>
          <a:sx n="120" d="100"/>
          <a:sy n="120" d="100"/>
        </p:scale>
        <p:origin x="19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E56DE-1E70-254E-A83C-450F1D6C15BF}" type="datetimeFigureOut">
              <a:rPr lang="nl-NL" smtClean="0"/>
              <a:t>29-03-2026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B5722-C33D-AE49-AD95-AD89AD41D76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89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DF508C-512D-E241-8270-7531D0B71A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628775"/>
            <a:ext cx="10801349" cy="1393825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54B0945-4B1B-494D-B65A-BC3C542693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129504"/>
            <a:ext cx="10801350" cy="368300"/>
          </a:xfrm>
        </p:spPr>
        <p:txBody>
          <a:bodyPr anchor="ctr" anchorCtr="0"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Name of </a:t>
            </a:r>
            <a:r>
              <a:rPr lang="nl-NL" dirty="0" err="1"/>
              <a:t>presentation</a:t>
            </a:r>
            <a:endParaRPr lang="nl-NL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CEF2943-5DF6-6742-8C21-26E2B1D55D0A}"/>
              </a:ext>
            </a:extLst>
          </p:cNvPr>
          <p:cNvSpPr/>
          <p:nvPr userDrawn="1"/>
        </p:nvSpPr>
        <p:spPr>
          <a:xfrm>
            <a:off x="0" y="3595183"/>
            <a:ext cx="6120000" cy="655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27F0BF-7D43-BA41-B6D1-B3B055C033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3660775"/>
            <a:ext cx="12192000" cy="2467951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F0FB18D-8F1C-8F49-9016-48C7A3C16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2664" y="158258"/>
            <a:ext cx="1579501" cy="712896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92FD2891-3B60-6646-9A0C-04B9DDA5EB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258" t="30537" b="11010"/>
          <a:stretch/>
        </p:blipFill>
        <p:spPr>
          <a:xfrm>
            <a:off x="618344" y="275196"/>
            <a:ext cx="2975212" cy="479021"/>
          </a:xfrm>
          <a:prstGeom prst="rect">
            <a:avLst/>
          </a:prstGeom>
        </p:spPr>
      </p:pic>
      <p:sp>
        <p:nvSpPr>
          <p:cNvPr id="19" name="Rechthoek: afgeronde hoeken 128">
            <a:extLst>
              <a:ext uri="{FF2B5EF4-FFF2-40B4-BE49-F238E27FC236}">
                <a16:creationId xmlns:a16="http://schemas.microsoft.com/office/drawing/2014/main" id="{FDCBEBA0-9605-5E4E-9D04-277FCA6E1FA8}"/>
              </a:ext>
            </a:extLst>
          </p:cNvPr>
          <p:cNvSpPr/>
          <p:nvPr userDrawn="1"/>
        </p:nvSpPr>
        <p:spPr>
          <a:xfrm>
            <a:off x="0" y="-516639"/>
            <a:ext cx="175451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Titleslide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#1</a:t>
            </a: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B68EA2F7-BD67-A54D-995D-24DB982D3F17}"/>
              </a:ext>
            </a:extLst>
          </p:cNvPr>
          <p:cNvSpPr txBox="1"/>
          <p:nvPr userDrawn="1"/>
        </p:nvSpPr>
        <p:spPr>
          <a:xfrm>
            <a:off x="2584" y="-850657"/>
            <a:ext cx="544554" cy="288147"/>
          </a:xfrm>
          <a:prstGeom prst="rect">
            <a:avLst/>
          </a:prstGeom>
          <a:solidFill>
            <a:schemeClr val="tx2"/>
          </a:solidFill>
        </p:spPr>
        <p:txBody>
          <a:bodyPr wrap="none" lIns="72000" tIns="36000" rIns="72000" bIns="36000" rtlCol="0" anchor="b">
            <a:spAutoFit/>
          </a:bodyPr>
          <a:lstStyle/>
          <a:p>
            <a:pPr algn="l"/>
            <a:r>
              <a:rPr lang="nl-NL" sz="1400" b="1" cap="all" spc="0" baseline="0" noProof="0" dirty="0">
                <a:solidFill>
                  <a:schemeClr val="bg1"/>
                </a:solidFill>
                <a:latin typeface="+mj-lt"/>
              </a:rPr>
              <a:t>RSM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6AB3F27-E51A-AB40-B439-526E7AA848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5" y="6337944"/>
            <a:ext cx="2856599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27F0BF-7D43-BA41-B6D1-B3B055C033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089025"/>
            <a:ext cx="12192000" cy="5768975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DF508C-512D-E241-8270-7531D0B71A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3902038"/>
            <a:ext cx="10801349" cy="1393825"/>
          </a:xfrm>
        </p:spPr>
        <p:txBody>
          <a:bodyPr anchor="b"/>
          <a:lstStyle>
            <a:lvl1pPr algn="l">
              <a:defRPr sz="4800" b="1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54B0945-4B1B-494D-B65A-BC3C542693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5402767"/>
            <a:ext cx="10801350" cy="368300"/>
          </a:xfrm>
        </p:spPr>
        <p:txBody>
          <a:bodyPr anchor="ctr" anchorCtr="0"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50000"/>
                    </a:prst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Name of </a:t>
            </a:r>
            <a:r>
              <a:rPr lang="nl-NL" dirty="0" err="1"/>
              <a:t>presentation</a:t>
            </a:r>
            <a:endParaRPr lang="nl-NL" dirty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3CEF2943-5DF6-6742-8C21-26E2B1D55D0A}"/>
              </a:ext>
            </a:extLst>
          </p:cNvPr>
          <p:cNvSpPr/>
          <p:nvPr userDrawn="1"/>
        </p:nvSpPr>
        <p:spPr>
          <a:xfrm>
            <a:off x="0" y="1023433"/>
            <a:ext cx="6120000" cy="655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F0FB18D-8F1C-8F49-9016-48C7A3C16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2664" y="158258"/>
            <a:ext cx="1579501" cy="712896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92FD2891-3B60-6646-9A0C-04B9DDA5EB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258" t="30537" b="11010"/>
          <a:stretch/>
        </p:blipFill>
        <p:spPr>
          <a:xfrm>
            <a:off x="618344" y="275196"/>
            <a:ext cx="2975212" cy="479021"/>
          </a:xfrm>
          <a:prstGeom prst="rect">
            <a:avLst/>
          </a:prstGeom>
        </p:spPr>
      </p:pic>
      <p:sp>
        <p:nvSpPr>
          <p:cNvPr id="19" name="Rechthoek: afgeronde hoeken 128">
            <a:extLst>
              <a:ext uri="{FF2B5EF4-FFF2-40B4-BE49-F238E27FC236}">
                <a16:creationId xmlns:a16="http://schemas.microsoft.com/office/drawing/2014/main" id="{FDCBEBA0-9605-5E4E-9D04-277FCA6E1FA8}"/>
              </a:ext>
            </a:extLst>
          </p:cNvPr>
          <p:cNvSpPr/>
          <p:nvPr userDrawn="1"/>
        </p:nvSpPr>
        <p:spPr>
          <a:xfrm>
            <a:off x="0" y="-516639"/>
            <a:ext cx="175451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Titleslide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#2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01D4A59B-E550-AA46-966B-5DC94DBD464E}"/>
              </a:ext>
            </a:extLst>
          </p:cNvPr>
          <p:cNvSpPr txBox="1"/>
          <p:nvPr userDrawn="1"/>
        </p:nvSpPr>
        <p:spPr>
          <a:xfrm>
            <a:off x="2584" y="-850657"/>
            <a:ext cx="544554" cy="288147"/>
          </a:xfrm>
          <a:prstGeom prst="rect">
            <a:avLst/>
          </a:prstGeom>
          <a:solidFill>
            <a:schemeClr val="tx2"/>
          </a:solidFill>
        </p:spPr>
        <p:txBody>
          <a:bodyPr wrap="none" lIns="72000" tIns="36000" rIns="72000" bIns="36000" rtlCol="0" anchor="b">
            <a:spAutoFit/>
          </a:bodyPr>
          <a:lstStyle/>
          <a:p>
            <a:pPr algn="l"/>
            <a:r>
              <a:rPr lang="nl-NL" sz="1400" b="1" cap="all" spc="0" baseline="0" noProof="0" dirty="0">
                <a:solidFill>
                  <a:schemeClr val="bg1"/>
                </a:solidFill>
                <a:latin typeface="+mj-lt"/>
              </a:rPr>
              <a:t>RSM</a:t>
            </a:r>
          </a:p>
        </p:txBody>
      </p:sp>
      <p:sp>
        <p:nvSpPr>
          <p:cNvPr id="83" name="Tijdelijke aanduiding voor tekst 9">
            <a:extLst>
              <a:ext uri="{FF2B5EF4-FFF2-40B4-BE49-F238E27FC236}">
                <a16:creationId xmlns:a16="http://schemas.microsoft.com/office/drawing/2014/main" id="{3CD5E3D7-A020-1242-94CE-6555D35AE7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7124" y="6338005"/>
            <a:ext cx="2854800" cy="165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t="-1252" b="-1252"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/>
      <p:bldP spid="3" grpId="0" build="p">
        <p:tmplLst>
          <p:tmpl lvl="1">
            <p:tnLst>
              <p:par>
                <p:cTn presetID="2" presetClass="entr" presetSubtype="4" decel="5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83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E97C-D476-624E-9935-D86DCC4893AB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112851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Agenda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D6C047C3-EFF6-2B4C-97D7-C27DC2F9D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Agenda</a:t>
            </a:r>
          </a:p>
        </p:txBody>
      </p:sp>
      <p:sp>
        <p:nvSpPr>
          <p:cNvPr id="12" name="Tijdelijke aanduiding voor tekst 79">
            <a:extLst>
              <a:ext uri="{FF2B5EF4-FFF2-40B4-BE49-F238E27FC236}">
                <a16:creationId xmlns:a16="http://schemas.microsoft.com/office/drawing/2014/main" id="{D1F0E396-1F1B-DB48-B584-FCB95EE65F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15463" y="1808163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3" name="Tijdelijke aanduiding voor tekst 79">
            <a:extLst>
              <a:ext uri="{FF2B5EF4-FFF2-40B4-BE49-F238E27FC236}">
                <a16:creationId xmlns:a16="http://schemas.microsoft.com/office/drawing/2014/main" id="{5BB211B6-28B9-D245-B8FA-468DECC6C8D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70087" y="1808163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79">
            <a:extLst>
              <a:ext uri="{FF2B5EF4-FFF2-40B4-BE49-F238E27FC236}">
                <a16:creationId xmlns:a16="http://schemas.microsoft.com/office/drawing/2014/main" id="{C64A9C20-8E3F-3D4F-A4A6-1D9F49882B0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24711" y="1808163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5" name="Tijdelijke aanduiding voor tekst 79">
            <a:extLst>
              <a:ext uri="{FF2B5EF4-FFF2-40B4-BE49-F238E27FC236}">
                <a16:creationId xmlns:a16="http://schemas.microsoft.com/office/drawing/2014/main" id="{F97E94DA-EA02-FF4B-9297-CA758E1FFD7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79336" y="1808163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6" name="Tijdelijke aanduiding voor tekst 79">
            <a:extLst>
              <a:ext uri="{FF2B5EF4-FFF2-40B4-BE49-F238E27FC236}">
                <a16:creationId xmlns:a16="http://schemas.microsoft.com/office/drawing/2014/main" id="{D46B0058-17F4-5045-8772-52D6EA6DEA2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15463" y="3816816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7" name="Tijdelijke aanduiding voor tekst 79">
            <a:extLst>
              <a:ext uri="{FF2B5EF4-FFF2-40B4-BE49-F238E27FC236}">
                <a16:creationId xmlns:a16="http://schemas.microsoft.com/office/drawing/2014/main" id="{B29A9CCA-9E9B-2B4A-B054-C05C8B4C1F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070087" y="3816816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8" name="Tijdelijke aanduiding voor tekst 79">
            <a:extLst>
              <a:ext uri="{FF2B5EF4-FFF2-40B4-BE49-F238E27FC236}">
                <a16:creationId xmlns:a16="http://schemas.microsoft.com/office/drawing/2014/main" id="{D2FF6284-4290-074A-8FE4-1A3EE16D0EF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4711" y="3816816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9" name="Tijdelijke aanduiding voor tekst 79">
            <a:extLst>
              <a:ext uri="{FF2B5EF4-FFF2-40B4-BE49-F238E27FC236}">
                <a16:creationId xmlns:a16="http://schemas.microsoft.com/office/drawing/2014/main" id="{6F598EFC-11BB-9C4D-99E1-9A5789E91A0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79336" y="3816816"/>
            <a:ext cx="1897200" cy="1764000"/>
          </a:xfrm>
          <a:solidFill>
            <a:srgbClr val="D9E7F2"/>
          </a:solid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0" name="Tijdelijke aanduiding voor tekst 42">
            <a:extLst>
              <a:ext uri="{FF2B5EF4-FFF2-40B4-BE49-F238E27FC236}">
                <a16:creationId xmlns:a16="http://schemas.microsoft.com/office/drawing/2014/main" id="{C06C68D9-C8B5-5447-A6D7-7C1EA5C1DC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61866" y="2227602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1</a:t>
            </a:r>
          </a:p>
        </p:txBody>
      </p:sp>
      <p:sp>
        <p:nvSpPr>
          <p:cNvPr id="21" name="Tijdelijke aanduiding voor tekst 42">
            <a:extLst>
              <a:ext uri="{FF2B5EF4-FFF2-40B4-BE49-F238E27FC236}">
                <a16:creationId xmlns:a16="http://schemas.microsoft.com/office/drawing/2014/main" id="{A4A5678D-53DA-404E-A220-9066C884E1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61866" y="2891613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22" name="Tijdelijke aanduiding voor tekst 37">
            <a:extLst>
              <a:ext uri="{FF2B5EF4-FFF2-40B4-BE49-F238E27FC236}">
                <a16:creationId xmlns:a16="http://schemas.microsoft.com/office/drawing/2014/main" id="{4D1055EF-2A44-9E4D-8FA9-65B093DA31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62835" y="2672662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3" name="Tijdelijke aanduiding voor tekst 42">
            <a:extLst>
              <a:ext uri="{FF2B5EF4-FFF2-40B4-BE49-F238E27FC236}">
                <a16:creationId xmlns:a16="http://schemas.microsoft.com/office/drawing/2014/main" id="{641E9614-681E-6E44-B1FE-20492B6A1D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16325" y="2227602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2</a:t>
            </a:r>
          </a:p>
        </p:txBody>
      </p:sp>
      <p:sp>
        <p:nvSpPr>
          <p:cNvPr id="24" name="Tijdelijke aanduiding voor tekst 42">
            <a:extLst>
              <a:ext uri="{FF2B5EF4-FFF2-40B4-BE49-F238E27FC236}">
                <a16:creationId xmlns:a16="http://schemas.microsoft.com/office/drawing/2014/main" id="{653C98B7-6614-6D41-94F9-91AA427138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6325" y="2891613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25" name="Tijdelijke aanduiding voor tekst 37">
            <a:extLst>
              <a:ext uri="{FF2B5EF4-FFF2-40B4-BE49-F238E27FC236}">
                <a16:creationId xmlns:a16="http://schemas.microsoft.com/office/drawing/2014/main" id="{91EDCB87-11CE-8743-A350-0410B13C8C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17294" y="2672662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6" name="Tijdelijke aanduiding voor tekst 42">
            <a:extLst>
              <a:ext uri="{FF2B5EF4-FFF2-40B4-BE49-F238E27FC236}">
                <a16:creationId xmlns:a16="http://schemas.microsoft.com/office/drawing/2014/main" id="{0991D8B1-22DA-0C4D-B172-AC5C794A4C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70784" y="2227602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3</a:t>
            </a:r>
          </a:p>
        </p:txBody>
      </p:sp>
      <p:sp>
        <p:nvSpPr>
          <p:cNvPr id="27" name="Tijdelijke aanduiding voor tekst 42">
            <a:extLst>
              <a:ext uri="{FF2B5EF4-FFF2-40B4-BE49-F238E27FC236}">
                <a16:creationId xmlns:a16="http://schemas.microsoft.com/office/drawing/2014/main" id="{B24FE71B-BAAB-F44C-BBAD-79CBCC21600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784" y="2891613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28" name="Tijdelijke aanduiding voor tekst 37">
            <a:extLst>
              <a:ext uri="{FF2B5EF4-FFF2-40B4-BE49-F238E27FC236}">
                <a16:creationId xmlns:a16="http://schemas.microsoft.com/office/drawing/2014/main" id="{7F668514-F97B-DE49-9D30-3C1898B90B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1753" y="2672662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9" name="Tijdelijke aanduiding voor tekst 42">
            <a:extLst>
              <a:ext uri="{FF2B5EF4-FFF2-40B4-BE49-F238E27FC236}">
                <a16:creationId xmlns:a16="http://schemas.microsoft.com/office/drawing/2014/main" id="{EB3D1D22-E32E-CC4F-910B-3706C391F34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25243" y="2227602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4</a:t>
            </a:r>
          </a:p>
        </p:txBody>
      </p:sp>
      <p:sp>
        <p:nvSpPr>
          <p:cNvPr id="30" name="Tijdelijke aanduiding voor tekst 42">
            <a:extLst>
              <a:ext uri="{FF2B5EF4-FFF2-40B4-BE49-F238E27FC236}">
                <a16:creationId xmlns:a16="http://schemas.microsoft.com/office/drawing/2014/main" id="{8AD4B045-2D77-B34B-97FC-B09E17E1A3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25243" y="2891613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31" name="Tijdelijke aanduiding voor tekst 37">
            <a:extLst>
              <a:ext uri="{FF2B5EF4-FFF2-40B4-BE49-F238E27FC236}">
                <a16:creationId xmlns:a16="http://schemas.microsoft.com/office/drawing/2014/main" id="{B95A757E-1C18-B64A-B418-627C142D24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26212" y="2672662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2" name="Tijdelijke aanduiding voor tekst 42">
            <a:extLst>
              <a:ext uri="{FF2B5EF4-FFF2-40B4-BE49-F238E27FC236}">
                <a16:creationId xmlns:a16="http://schemas.microsoft.com/office/drawing/2014/main" id="{219066CA-8A5D-8F4A-BF97-D3CE0D850B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061866" y="4245260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5</a:t>
            </a:r>
          </a:p>
        </p:txBody>
      </p:sp>
      <p:sp>
        <p:nvSpPr>
          <p:cNvPr id="33" name="Tijdelijke aanduiding voor tekst 42">
            <a:extLst>
              <a:ext uri="{FF2B5EF4-FFF2-40B4-BE49-F238E27FC236}">
                <a16:creationId xmlns:a16="http://schemas.microsoft.com/office/drawing/2014/main" id="{0E5B254A-ACB4-F74C-8D89-F7B269359B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61866" y="4909271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34" name="Tijdelijke aanduiding voor tekst 37">
            <a:extLst>
              <a:ext uri="{FF2B5EF4-FFF2-40B4-BE49-F238E27FC236}">
                <a16:creationId xmlns:a16="http://schemas.microsoft.com/office/drawing/2014/main" id="{3917A395-21C3-6E41-A8D7-314B83DB0CD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62835" y="4690320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5" name="Tijdelijke aanduiding voor tekst 42">
            <a:extLst>
              <a:ext uri="{FF2B5EF4-FFF2-40B4-BE49-F238E27FC236}">
                <a16:creationId xmlns:a16="http://schemas.microsoft.com/office/drawing/2014/main" id="{35D432A9-CFB1-D346-A01C-B382D6F7D9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16325" y="4245260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6</a:t>
            </a:r>
          </a:p>
        </p:txBody>
      </p:sp>
      <p:sp>
        <p:nvSpPr>
          <p:cNvPr id="36" name="Tijdelijke aanduiding voor tekst 42">
            <a:extLst>
              <a:ext uri="{FF2B5EF4-FFF2-40B4-BE49-F238E27FC236}">
                <a16:creationId xmlns:a16="http://schemas.microsoft.com/office/drawing/2014/main" id="{E4FF53F4-4ABE-8F46-AD50-50EE3C67325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325" y="4909271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37" name="Tijdelijke aanduiding voor tekst 37">
            <a:extLst>
              <a:ext uri="{FF2B5EF4-FFF2-40B4-BE49-F238E27FC236}">
                <a16:creationId xmlns:a16="http://schemas.microsoft.com/office/drawing/2014/main" id="{383A9CB3-8EC3-774D-BE5E-0C8CBEEF90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17294" y="4690320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8" name="Tijdelijke aanduiding voor tekst 42">
            <a:extLst>
              <a:ext uri="{FF2B5EF4-FFF2-40B4-BE49-F238E27FC236}">
                <a16:creationId xmlns:a16="http://schemas.microsoft.com/office/drawing/2014/main" id="{7B997D22-0AF6-B746-8218-4F8F59CA8F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70784" y="4245260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7</a:t>
            </a:r>
          </a:p>
        </p:txBody>
      </p:sp>
      <p:sp>
        <p:nvSpPr>
          <p:cNvPr id="39" name="Tijdelijke aanduiding voor tekst 42">
            <a:extLst>
              <a:ext uri="{FF2B5EF4-FFF2-40B4-BE49-F238E27FC236}">
                <a16:creationId xmlns:a16="http://schemas.microsoft.com/office/drawing/2014/main" id="{0682B7CD-B6B7-DA41-B59C-5B88912E06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70784" y="4909271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40" name="Tijdelijke aanduiding voor tekst 37">
            <a:extLst>
              <a:ext uri="{FF2B5EF4-FFF2-40B4-BE49-F238E27FC236}">
                <a16:creationId xmlns:a16="http://schemas.microsoft.com/office/drawing/2014/main" id="{CDB0F275-2DE7-9742-90DE-C4F7D546A6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71753" y="4690320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41" name="Tijdelijke aanduiding voor tekst 42">
            <a:extLst>
              <a:ext uri="{FF2B5EF4-FFF2-40B4-BE49-F238E27FC236}">
                <a16:creationId xmlns:a16="http://schemas.microsoft.com/office/drawing/2014/main" id="{3B6E6593-30CD-2545-962C-282935B41A2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25243" y="4245260"/>
            <a:ext cx="836909" cy="443198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32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nl-NL" dirty="0"/>
              <a:t>8</a:t>
            </a:r>
          </a:p>
        </p:txBody>
      </p:sp>
      <p:sp>
        <p:nvSpPr>
          <p:cNvPr id="42" name="Tijdelijke aanduiding voor tekst 42">
            <a:extLst>
              <a:ext uri="{FF2B5EF4-FFF2-40B4-BE49-F238E27FC236}">
                <a16:creationId xmlns:a16="http://schemas.microsoft.com/office/drawing/2014/main" id="{E6CF008D-8F1E-074C-97F7-152353A9B99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525243" y="4909271"/>
            <a:ext cx="1604889" cy="332399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12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nl-NL" dirty="0"/>
              <a:t>Name</a:t>
            </a:r>
            <a:br>
              <a:rPr lang="nl-NL" dirty="0"/>
            </a:br>
            <a:r>
              <a:rPr lang="nl-NL" dirty="0" err="1"/>
              <a:t>chapter</a:t>
            </a:r>
            <a:endParaRPr lang="nl-NL" dirty="0"/>
          </a:p>
        </p:txBody>
      </p:sp>
      <p:sp>
        <p:nvSpPr>
          <p:cNvPr id="43" name="Tijdelijke aanduiding voor tekst 37">
            <a:extLst>
              <a:ext uri="{FF2B5EF4-FFF2-40B4-BE49-F238E27FC236}">
                <a16:creationId xmlns:a16="http://schemas.microsoft.com/office/drawing/2014/main" id="{03C262AC-3144-CC45-B048-BC5C510D6DA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26212" y="4690320"/>
            <a:ext cx="270000" cy="36000"/>
          </a:xfrm>
          <a:solidFill>
            <a:schemeClr val="tx2"/>
          </a:solidFill>
        </p:spPr>
        <p:txBody>
          <a:bodyPr anchor="b" anchorCtr="0">
            <a:normAutofit/>
          </a:bodyPr>
          <a:lstStyle>
            <a:lvl1pPr marL="0" indent="0" algn="ctr">
              <a:buNone/>
              <a:defRPr sz="100">
                <a:solidFill>
                  <a:schemeClr val="accent3"/>
                </a:solidFill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4341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accel="10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1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mph" presetSubtype="0" accel="100000" autoRev="1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accel="10000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accel="100000" autoRev="1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32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mph" presetSubtype="0" accel="100000" autoRev="1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9" dur="2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mph" presetSubtype="0" accel="100000" autoRev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46" dur="25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mph" presetSubtype="0" accel="100000" autoRev="1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53" dur="250" fill="hold"/>
                                        <p:tgtEl>
                                          <p:spTgt spid="1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mph" presetSubtype="0" accel="100000" autoRev="1" fill="hold" grpId="1" nodeType="withEffect">
                                  <p:stCondLst>
                                    <p:cond delay="1050"/>
                                  </p:stCondLst>
                                  <p:childTnLst>
                                    <p:animScale>
                                      <p:cBhvr>
                                        <p:cTn id="60" dur="250" fill="hold"/>
                                        <p:tgtEl>
                                          <p:spTgt spid="1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0"/>
                  </p:stCondLst>
                  <p:childTnLst>
                    <p:animScale>
                      <p:cBhvr>
                        <p:cTn dur="250" fill="hold"/>
                        <p:tgtEl>
                          <p:spTgt spid="12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13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1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150"/>
                  </p:stCondLst>
                  <p:childTnLst>
                    <p:animScale>
                      <p:cBhvr>
                        <p:cTn dur="250" fill="hold"/>
                        <p:tgtEl>
                          <p:spTgt spid="13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14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300"/>
                  </p:stCondLst>
                  <p:childTnLst>
                    <p:animScale>
                      <p:cBhvr>
                        <p:cTn dur="250" fill="hold"/>
                        <p:tgtEl>
                          <p:spTgt spid="14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450"/>
                  </p:stCondLst>
                  <p:childTnLst>
                    <p:animScale>
                      <p:cBhvr>
                        <p:cTn dur="250" fill="hold"/>
                        <p:tgtEl>
                          <p:spTgt spid="15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600"/>
                  </p:stCondLst>
                  <p:childTnLst>
                    <p:animScale>
                      <p:cBhvr>
                        <p:cTn dur="250" fill="hold"/>
                        <p:tgtEl>
                          <p:spTgt spid="16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750"/>
                  </p:stCondLst>
                  <p:childTnLst>
                    <p:animScale>
                      <p:cBhvr>
                        <p:cTn dur="250" fill="hold"/>
                        <p:tgtEl>
                          <p:spTgt spid="17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900"/>
                  </p:stCondLst>
                  <p:childTnLst>
                    <p:animScale>
                      <p:cBhvr>
                        <p:cTn dur="250" fill="hold"/>
                        <p:tgtEl>
                          <p:spTgt spid="18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53" presetClass="entr" presetSubtype="16" fill="hold" nodeType="withEffect">
                  <p:stCondLst>
                    <p:cond delay="10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350" fill="hold"/>
                        <p:tgtEl>
                          <p:spTgt spid="1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350" fill="hold"/>
                        <p:tgtEl>
                          <p:spTgt spid="1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35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1" animBg="1">
        <p:tmplLst>
          <p:tmpl>
            <p:tnLst>
              <p:par>
                <p:cTn presetID="6" presetClass="emph" presetSubtype="0" accel="100000" autoRev="1" fill="hold" nodeType="withEffect">
                  <p:stCondLst>
                    <p:cond delay="1050"/>
                  </p:stCondLst>
                  <p:childTnLst>
                    <p:animScale>
                      <p:cBhvr>
                        <p:cTn dur="250" fill="hold"/>
                        <p:tgtEl>
                          <p:spTgt spid="19"/>
                        </p:tgtEl>
                      </p:cBhvr>
                      <p:by x="110000" y="110000"/>
                    </p:animScale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4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6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10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10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0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>
        <p:tmplLst>
          <p:tmpl>
            <p:tnLst>
              <p:par>
                <p:cTn presetID="10" presetClass="entr" presetSubtype="0" fill="hold" nodeType="withEffect">
                  <p:stCondLst>
                    <p:cond delay="1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>
        <p:tmplLst>
          <p:tmpl>
            <p:tnLst>
              <p:par>
                <p:cTn presetID="10" presetClass="entr" presetSubtype="0" fill="hold" nodeType="withEffect">
                  <p:stCondLst>
                    <p:cond delay="1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>
        <p:tmplLst>
          <p:tmpl>
            <p:tnLst>
              <p:par>
                <p:cTn presetID="10" presetClass="entr" presetSubtype="0" fill="hold" nodeType="withEffect">
                  <p:stCondLst>
                    <p:cond delay="1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SLIDE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1628775"/>
            <a:ext cx="5053010" cy="1393825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F50ECD-9222-114D-98FC-CD084BC2F12D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229229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Chapterslide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#1</a:t>
            </a:r>
          </a:p>
        </p:txBody>
      </p:sp>
      <p:sp>
        <p:nvSpPr>
          <p:cNvPr id="8" name="Ondertitel 2">
            <a:extLst>
              <a:ext uri="{FF2B5EF4-FFF2-40B4-BE49-F238E27FC236}">
                <a16:creationId xmlns:a16="http://schemas.microsoft.com/office/drawing/2014/main" id="{B9AF8BDA-8BC7-9F41-8834-B19AF5F6B5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129504"/>
            <a:ext cx="5053012" cy="368300"/>
          </a:xfrm>
        </p:spPr>
        <p:txBody>
          <a:bodyPr anchor="ctr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 err="1"/>
              <a:t>Subtitle</a:t>
            </a:r>
            <a:endParaRPr lang="nl-NL" dirty="0"/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AAB4BCE8-6121-804B-A6B1-FCC59DFE1A4C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2C7CC986-59D9-5548-8B26-3606F08333B8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58A46D49-7516-404B-A8DA-AC5514F779C3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13">
              <a:extLst>
                <a:ext uri="{FF2B5EF4-FFF2-40B4-BE49-F238E27FC236}">
                  <a16:creationId xmlns:a16="http://schemas.microsoft.com/office/drawing/2014/main" id="{05E96F4C-4ED1-474A-BD39-9AF41E66E91F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14">
              <a:extLst>
                <a:ext uri="{FF2B5EF4-FFF2-40B4-BE49-F238E27FC236}">
                  <a16:creationId xmlns:a16="http://schemas.microsoft.com/office/drawing/2014/main" id="{AA5EE13B-4844-864E-87E0-4FBF48C5D406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15">
              <a:extLst>
                <a:ext uri="{FF2B5EF4-FFF2-40B4-BE49-F238E27FC236}">
                  <a16:creationId xmlns:a16="http://schemas.microsoft.com/office/drawing/2014/main" id="{8DC57D4C-0B5D-4446-87FE-74F5B3F572EB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8" name="Tijdelijke aanduiding voor tekst 7">
            <a:extLst>
              <a:ext uri="{FF2B5EF4-FFF2-40B4-BE49-F238E27FC236}">
                <a16:creationId xmlns:a16="http://schemas.microsoft.com/office/drawing/2014/main" id="{BCF4CBFF-B03D-AC45-AEC2-C832D69604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326" y="4361957"/>
            <a:ext cx="5053010" cy="140701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r>
              <a:rPr lang="nl-NL" dirty="0"/>
              <a:t>, </a:t>
            </a:r>
            <a:r>
              <a:rPr lang="nl-NL" dirty="0" err="1"/>
              <a:t>consectetuer</a:t>
            </a:r>
            <a:r>
              <a:rPr lang="nl-NL" dirty="0"/>
              <a:t> </a:t>
            </a:r>
            <a:r>
              <a:rPr lang="nl-NL" dirty="0" err="1"/>
              <a:t>adipiscing</a:t>
            </a:r>
            <a:r>
              <a:rPr lang="nl-NL" dirty="0"/>
              <a:t> </a:t>
            </a:r>
            <a:r>
              <a:rPr lang="nl-NL" dirty="0" err="1"/>
              <a:t>elit</a:t>
            </a:r>
            <a:r>
              <a:rPr lang="nl-NL" dirty="0"/>
              <a:t>. </a:t>
            </a:r>
            <a:r>
              <a:rPr lang="nl-NL" dirty="0" err="1"/>
              <a:t>Aenean</a:t>
            </a:r>
            <a:r>
              <a:rPr lang="nl-NL" dirty="0"/>
              <a:t> commodo </a:t>
            </a:r>
            <a:r>
              <a:rPr lang="nl-NL" dirty="0" err="1"/>
              <a:t>ligula</a:t>
            </a:r>
            <a:r>
              <a:rPr lang="nl-NL" dirty="0"/>
              <a:t> </a:t>
            </a:r>
            <a:r>
              <a:rPr lang="nl-NL" dirty="0" err="1"/>
              <a:t>eget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. </a:t>
            </a:r>
            <a:r>
              <a:rPr lang="nl-NL" dirty="0" err="1"/>
              <a:t>Aenean</a:t>
            </a:r>
            <a:r>
              <a:rPr lang="nl-NL" dirty="0"/>
              <a:t> massa.</a:t>
            </a:r>
          </a:p>
        </p:txBody>
      </p:sp>
    </p:spTree>
    <p:extLst>
      <p:ext uri="{BB962C8B-B14F-4D97-AF65-F5344CB8AC3E}">
        <p14:creationId xmlns:p14="http://schemas.microsoft.com/office/powerpoint/2010/main" val="60853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2" presetClass="entr" presetSubtype="8" decel="5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5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6D3AF4D3-CCD0-3445-AEEB-E277F994AFDC}"/>
              </a:ext>
            </a:extLst>
          </p:cNvPr>
          <p:cNvSpPr/>
          <p:nvPr userDrawn="1"/>
        </p:nvSpPr>
        <p:spPr>
          <a:xfrm>
            <a:off x="-1" y="0"/>
            <a:ext cx="8965325" cy="6858000"/>
          </a:xfrm>
          <a:prstGeom prst="rect">
            <a:avLst/>
          </a:prstGeom>
          <a:solidFill>
            <a:srgbClr val="D9E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D9E7F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1628775"/>
            <a:ext cx="5053010" cy="1393825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B7FD0-641D-CB4F-A210-32EC5FF8E185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229229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Chapterslide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#2</a:t>
            </a:r>
          </a:p>
        </p:txBody>
      </p:sp>
      <p:sp>
        <p:nvSpPr>
          <p:cNvPr id="7" name="Ondertitel 2">
            <a:extLst>
              <a:ext uri="{FF2B5EF4-FFF2-40B4-BE49-F238E27FC236}">
                <a16:creationId xmlns:a16="http://schemas.microsoft.com/office/drawing/2014/main" id="{37FE2E3A-C359-8B45-B5AD-C3CE9A618C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129504"/>
            <a:ext cx="5053012" cy="368300"/>
          </a:xfrm>
        </p:spPr>
        <p:txBody>
          <a:bodyPr anchor="ctr" anchorCtr="0"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 err="1"/>
              <a:t>Subtitle</a:t>
            </a:r>
            <a:endParaRPr lang="nl-NL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0CAC603-6604-D246-8414-7E0D97F1EA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43663" y="728662"/>
            <a:ext cx="5053012" cy="5040313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582A1266-7E6F-DC48-B947-CB251CE670E6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</p:grpSpPr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97C52C25-0383-5548-A0BB-D5E545295FE0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13">
              <a:extLst>
                <a:ext uri="{FF2B5EF4-FFF2-40B4-BE49-F238E27FC236}">
                  <a16:creationId xmlns:a16="http://schemas.microsoft.com/office/drawing/2014/main" id="{C5E13FC1-40AF-C54D-B624-93B11B2B5F8A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14">
              <a:extLst>
                <a:ext uri="{FF2B5EF4-FFF2-40B4-BE49-F238E27FC236}">
                  <a16:creationId xmlns:a16="http://schemas.microsoft.com/office/drawing/2014/main" id="{E1A85241-FCBF-6D47-BD54-3FA7DB0B997B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15">
              <a:extLst>
                <a:ext uri="{FF2B5EF4-FFF2-40B4-BE49-F238E27FC236}">
                  <a16:creationId xmlns:a16="http://schemas.microsoft.com/office/drawing/2014/main" id="{9544AA04-DB9D-574E-A46F-F9405D5BCE90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16">
              <a:extLst>
                <a:ext uri="{FF2B5EF4-FFF2-40B4-BE49-F238E27FC236}">
                  <a16:creationId xmlns:a16="http://schemas.microsoft.com/office/drawing/2014/main" id="{13FB3CF8-4D88-4540-9880-B3038D750611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solidFill>
              <a:srgbClr val="171C54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83" name="Tijdelijke aanduiding voor tekst 7">
            <a:extLst>
              <a:ext uri="{FF2B5EF4-FFF2-40B4-BE49-F238E27FC236}">
                <a16:creationId xmlns:a16="http://schemas.microsoft.com/office/drawing/2014/main" id="{51E786A2-BDB7-8342-AC74-C3FC04B1D7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326" y="4361957"/>
            <a:ext cx="5053010" cy="140701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r>
              <a:rPr lang="nl-NL" dirty="0"/>
              <a:t>, </a:t>
            </a:r>
            <a:r>
              <a:rPr lang="nl-NL" dirty="0" err="1"/>
              <a:t>consectetuer</a:t>
            </a:r>
            <a:r>
              <a:rPr lang="nl-NL" dirty="0"/>
              <a:t> </a:t>
            </a:r>
            <a:r>
              <a:rPr lang="nl-NL" dirty="0" err="1"/>
              <a:t>adipiscing</a:t>
            </a:r>
            <a:r>
              <a:rPr lang="nl-NL" dirty="0"/>
              <a:t> </a:t>
            </a:r>
            <a:r>
              <a:rPr lang="nl-NL" dirty="0" err="1"/>
              <a:t>elit</a:t>
            </a:r>
            <a:r>
              <a:rPr lang="nl-NL" dirty="0"/>
              <a:t>. </a:t>
            </a:r>
            <a:r>
              <a:rPr lang="nl-NL" dirty="0" err="1"/>
              <a:t>Aenean</a:t>
            </a:r>
            <a:r>
              <a:rPr lang="nl-NL" dirty="0"/>
              <a:t> commodo </a:t>
            </a:r>
            <a:r>
              <a:rPr lang="nl-NL" dirty="0" err="1"/>
              <a:t>ligula</a:t>
            </a:r>
            <a:r>
              <a:rPr lang="nl-NL" dirty="0"/>
              <a:t> </a:t>
            </a:r>
            <a:r>
              <a:rPr lang="nl-NL" dirty="0" err="1"/>
              <a:t>eget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. </a:t>
            </a:r>
            <a:r>
              <a:rPr lang="nl-NL" dirty="0" err="1"/>
              <a:t>Aenean</a:t>
            </a:r>
            <a:r>
              <a:rPr lang="nl-NL" dirty="0"/>
              <a:t> massa.</a:t>
            </a:r>
          </a:p>
        </p:txBody>
      </p:sp>
    </p:spTree>
    <p:extLst>
      <p:ext uri="{BB962C8B-B14F-4D97-AF65-F5344CB8AC3E}">
        <p14:creationId xmlns:p14="http://schemas.microsoft.com/office/powerpoint/2010/main" val="343452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/>
      <p:bldP spid="7" grpId="0" build="p">
        <p:tmplLst>
          <p:tmpl lvl="1">
            <p:tnLst>
              <p:par>
                <p:cTn presetID="2" presetClass="entr" presetSubtype="8" decel="5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83" grpId="0" build="p">
        <p:tmplLst>
          <p:tmpl lvl="1">
            <p:tnLst>
              <p:par>
                <p:cTn presetID="2" presetClass="entr" presetSubtype="8" decel="5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23F0-0DF8-6A4C-B02D-9A88A8D84502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61036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Text</a:t>
            </a:r>
            <a:endParaRPr lang="nl-NL" sz="2400" b="1" cap="none" baseline="0" noProof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C950F05-B7D7-5747-A4D4-83A7D0656B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180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27CCE68A-20B4-E049-A8ED-57BAE37218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066560-3FD6-AA42-8565-A81FC3BE6CC9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3343479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Text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| blue background</a:t>
            </a:r>
          </a:p>
        </p:txBody>
      </p:sp>
      <p:sp>
        <p:nvSpPr>
          <p:cNvPr id="7" name="Tijdelijke aanduiding voor tekst 7">
            <a:extLst>
              <a:ext uri="{FF2B5EF4-FFF2-40B4-BE49-F238E27FC236}">
                <a16:creationId xmlns:a16="http://schemas.microsoft.com/office/drawing/2014/main" id="{1A4AFA99-81B8-5642-BDDC-CB835BE982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628775"/>
            <a:ext cx="10801349" cy="414020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bg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9F15947A-B75D-6247-873A-7461E48A2FC5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81195BB9-6CFC-104A-8584-33B460318B0C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AD78090F-DAA2-534D-930A-DA14D80C20E2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67D400A8-6885-F448-87F7-849D03B8429C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59F7755D-17BB-1544-8736-28A6CD8B2512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13">
              <a:extLst>
                <a:ext uri="{FF2B5EF4-FFF2-40B4-BE49-F238E27FC236}">
                  <a16:creationId xmlns:a16="http://schemas.microsoft.com/office/drawing/2014/main" id="{19A57D29-29E1-8A40-A02E-B571C9517959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74945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626005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Title</a:t>
            </a:r>
            <a:endParaRPr lang="nl-NL" sz="2400" b="1" cap="none" baseline="0" noProof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5C8EFB6-C1A3-4549-94DF-C5555C23D85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1FF7503-3E6D-A24F-82F3-A01748ABD23C}" type="datetime1">
              <a:rPr lang="nl-NL" smtClean="0"/>
              <a:t>29-03-2026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7149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BLUE BL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5E6E77B-809D-D14F-A3BA-9E9B4620790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2"/>
              </a:solidFill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92ACBD3A-FC99-064D-8EA9-8E2236C3672A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9" name="Vrije vorm 8">
              <a:extLst>
                <a:ext uri="{FF2B5EF4-FFF2-40B4-BE49-F238E27FC236}">
                  <a16:creationId xmlns:a16="http://schemas.microsoft.com/office/drawing/2014/main" id="{475F430E-A33A-EA4F-A79C-F1BB0141CFC3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53182F12-C8D0-364B-A457-EB6D7D5E899D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ABFC0841-94CF-D741-9BF4-C20CBA655C3B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5045606C-F91C-3442-91C1-CAF5F57B975B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3CF3F9CD-0190-4549-B4E9-01E04AAE2CDF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C09B71B-D182-BB40-B71B-7074B0FC5A41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344408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Title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| blue </a:t>
            </a:r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blackground</a:t>
            </a:r>
            <a:endParaRPr lang="nl-NL" sz="2400" b="1" cap="none" baseline="0" noProof="0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47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1F384-E8F9-F948-9D53-D3441EEBD969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889667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Image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3360FC1-FFA7-C84A-AB9E-B0702EF5BF5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5326" y="1628776"/>
            <a:ext cx="10801349" cy="4140200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85F38D5F-FB70-8E42-B5AE-2A1000A9ED79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</p:grpSpPr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8FC61BD1-9E55-FA48-ADC6-7657F0672D86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1848BCC9-0B07-8C4D-8B13-7C03A7BD117B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A847672F-93C0-B945-A3DD-282CB08CBB53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13">
              <a:extLst>
                <a:ext uri="{FF2B5EF4-FFF2-40B4-BE49-F238E27FC236}">
                  <a16:creationId xmlns:a16="http://schemas.microsoft.com/office/drawing/2014/main" id="{894E4C03-2899-B049-BEBB-E126209F0DE5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14">
              <a:extLst>
                <a:ext uri="{FF2B5EF4-FFF2-40B4-BE49-F238E27FC236}">
                  <a16:creationId xmlns:a16="http://schemas.microsoft.com/office/drawing/2014/main" id="{2B294DEF-144E-9F42-B5CA-6099E253326D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solidFill>
              <a:srgbClr val="171C54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16826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| BLUE BL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1C891269-08DA-9940-B019-BFB73A5D5EB1}"/>
              </a:ext>
            </a:extLst>
          </p:cNvPr>
          <p:cNvSpPr/>
          <p:nvPr userDrawn="1"/>
        </p:nvSpPr>
        <p:spPr>
          <a:xfrm>
            <a:off x="0" y="0"/>
            <a:ext cx="1084630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bg2"/>
              </a:solidFill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19123E2D-EDEB-484B-BE23-FD12F51348A0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9" name="Vrije vorm 8">
              <a:extLst>
                <a:ext uri="{FF2B5EF4-FFF2-40B4-BE49-F238E27FC236}">
                  <a16:creationId xmlns:a16="http://schemas.microsoft.com/office/drawing/2014/main" id="{8A66101F-BCA0-8744-BA2E-AAAAD3E1D47B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EC31D642-3FF0-8F48-AA53-B251C2AEB644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0BD1C630-6DDD-0948-A23B-DC62A66341A9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97D970BE-FFA8-9B48-B392-E6FE35CE03DF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722F0C42-D6B4-2F45-9327-0C2E81C27CD6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3707746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Image | blue </a:t>
            </a:r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blackground</a:t>
            </a:r>
            <a:endParaRPr lang="nl-NL" sz="2400" b="1" cap="none" baseline="0" noProof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0E46D4E-3D82-4944-A92A-086DF6C2CF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5326" y="1628776"/>
            <a:ext cx="10801349" cy="4140200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7086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F12D049E-AEC8-E948-873F-39A7C53EAB41}"/>
              </a:ext>
            </a:extLst>
          </p:cNvPr>
          <p:cNvSpPr/>
          <p:nvPr userDrawn="1"/>
        </p:nvSpPr>
        <p:spPr>
          <a:xfrm>
            <a:off x="-1" y="0"/>
            <a:ext cx="8963891" cy="6858000"/>
          </a:xfrm>
          <a:prstGeom prst="rect">
            <a:avLst/>
          </a:prstGeom>
          <a:solidFill>
            <a:srgbClr val="D9E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D9E7F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A132-3E57-8843-916C-99CC64E25A2B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1413464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Text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/ </a:t>
            </a:r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text</a:t>
            </a:r>
            <a:endParaRPr lang="nl-NL" sz="2400" b="1" cap="none" baseline="0" noProof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7" name="Tijdelijke aanduiding voor tekst 7">
            <a:extLst>
              <a:ext uri="{FF2B5EF4-FFF2-40B4-BE49-F238E27FC236}">
                <a16:creationId xmlns:a16="http://schemas.microsoft.com/office/drawing/2014/main" id="{013F2828-2614-8641-82F0-5F3C31F963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5053012" cy="4140200"/>
          </a:xfrm>
        </p:spPr>
        <p:txBody>
          <a:bodyPr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3EEBEB14-949C-D744-A429-8E6B6A0299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3664" y="1628775"/>
            <a:ext cx="5053012" cy="4140200"/>
          </a:xfrm>
        </p:spPr>
        <p:txBody>
          <a:bodyPr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1C9A2E1E-C736-E343-B081-D49418E6AE17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</p:grpSpPr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6FC2066A-93F2-504A-B9FA-7B0F3CE3B65E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13">
              <a:extLst>
                <a:ext uri="{FF2B5EF4-FFF2-40B4-BE49-F238E27FC236}">
                  <a16:creationId xmlns:a16="http://schemas.microsoft.com/office/drawing/2014/main" id="{B017F845-D751-2745-A084-DB5F147ECF7D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5" name="Vrije vorm 14">
              <a:extLst>
                <a:ext uri="{FF2B5EF4-FFF2-40B4-BE49-F238E27FC236}">
                  <a16:creationId xmlns:a16="http://schemas.microsoft.com/office/drawing/2014/main" id="{622E73D2-AA5E-084D-840F-4A2A6A52D5C8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 15">
              <a:extLst>
                <a:ext uri="{FF2B5EF4-FFF2-40B4-BE49-F238E27FC236}">
                  <a16:creationId xmlns:a16="http://schemas.microsoft.com/office/drawing/2014/main" id="{CBD99111-4BEF-CB41-8B3C-4835E355B15F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 16">
              <a:extLst>
                <a:ext uri="{FF2B5EF4-FFF2-40B4-BE49-F238E27FC236}">
                  <a16:creationId xmlns:a16="http://schemas.microsoft.com/office/drawing/2014/main" id="{086E3AAB-80C4-314B-B317-A784970CFF79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solidFill>
              <a:srgbClr val="171C54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62884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5B263-1999-CD47-86C6-6082E3E408AC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2218171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Text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| image | s</a:t>
            </a:r>
          </a:p>
        </p:txBody>
      </p:sp>
      <p:sp>
        <p:nvSpPr>
          <p:cNvPr id="12" name="Tijdelijke aanduiding voor tekst 9">
            <a:extLst>
              <a:ext uri="{FF2B5EF4-FFF2-40B4-BE49-F238E27FC236}">
                <a16:creationId xmlns:a16="http://schemas.microsoft.com/office/drawing/2014/main" id="{BE647A7E-A148-7147-A6B4-BF6304E8D5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"/>
            <a:ext cx="8963891" cy="576897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65443C91-2AFC-3F4C-8377-D4BE628B8A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68565" y="728662"/>
            <a:ext cx="3228109" cy="5040313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sp>
        <p:nvSpPr>
          <p:cNvPr id="14" name="Tijdelijke aanduiding voor tekst 7">
            <a:extLst>
              <a:ext uri="{FF2B5EF4-FFF2-40B4-BE49-F238E27FC236}">
                <a16:creationId xmlns:a16="http://schemas.microsoft.com/office/drawing/2014/main" id="{5FC6F8B5-FF8C-CA44-8E91-44B3BA93B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6877914" cy="3411535"/>
          </a:xfrm>
        </p:spPr>
        <p:txBody>
          <a:bodyPr/>
          <a:lstStyle>
            <a:lvl5pPr>
              <a:defRPr>
                <a:solidFill>
                  <a:schemeClr val="accent1"/>
                </a:solidFill>
              </a:defRPr>
            </a:lvl5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039B588-435F-2E4E-AC89-767B0D2135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28663"/>
            <a:ext cx="6877914" cy="36036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4521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S |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9">
            <a:extLst>
              <a:ext uri="{FF2B5EF4-FFF2-40B4-BE49-F238E27FC236}">
                <a16:creationId xmlns:a16="http://schemas.microsoft.com/office/drawing/2014/main" id="{90130DF1-3308-FF4E-BCC3-EEC56D4F97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"/>
            <a:ext cx="8963891" cy="5768976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C687683C-43F5-B744-A9CC-D1FE18ED7B7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68565" y="728662"/>
            <a:ext cx="3228109" cy="5040313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52DDFD0F-AAF8-954B-8859-1A3BA984BF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6877914" cy="3411535"/>
          </a:xfrm>
        </p:spPr>
        <p:txBody>
          <a:bodyPr/>
          <a:lstStyle>
            <a:lvl5pPr>
              <a:defRPr>
                <a:solidFill>
                  <a:schemeClr val="bg2"/>
                </a:solidFill>
              </a:defRPr>
            </a:lvl5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28663"/>
            <a:ext cx="6877914" cy="360361"/>
          </a:xfrm>
        </p:spPr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76CC21-1FD0-0343-AB2A-AB896FAA135D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3072572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cap="none" baseline="0" noProof="0" dirty="0" err="1">
                <a:solidFill>
                  <a:schemeClr val="bg2"/>
                </a:solidFill>
                <a:latin typeface="+mj-lt"/>
              </a:rPr>
              <a:t>Text</a:t>
            </a:r>
            <a:r>
              <a:rPr lang="nl-NL" sz="2400" b="1" cap="none" baseline="0" noProof="0" dirty="0">
                <a:solidFill>
                  <a:schemeClr val="bg2"/>
                </a:solidFill>
                <a:latin typeface="+mj-lt"/>
              </a:rPr>
              <a:t> | image | s | blue</a:t>
            </a:r>
          </a:p>
        </p:txBody>
      </p:sp>
      <p:grpSp>
        <p:nvGrpSpPr>
          <p:cNvPr id="142" name="Groep 141">
            <a:extLst>
              <a:ext uri="{FF2B5EF4-FFF2-40B4-BE49-F238E27FC236}">
                <a16:creationId xmlns:a16="http://schemas.microsoft.com/office/drawing/2014/main" id="{55D7A58D-EBF4-4948-99BE-5DD2B74FF547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143" name="Vrije vorm 142">
              <a:extLst>
                <a:ext uri="{FF2B5EF4-FFF2-40B4-BE49-F238E27FC236}">
                  <a16:creationId xmlns:a16="http://schemas.microsoft.com/office/drawing/2014/main" id="{5E21D475-C33F-A34B-A519-EB559CDD76CC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4" name="Vrije vorm 143">
              <a:extLst>
                <a:ext uri="{FF2B5EF4-FFF2-40B4-BE49-F238E27FC236}">
                  <a16:creationId xmlns:a16="http://schemas.microsoft.com/office/drawing/2014/main" id="{DB19ED05-B232-A946-AD4D-BE4A57A9F1BA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" name="Vrije vorm 144">
              <a:extLst>
                <a:ext uri="{FF2B5EF4-FFF2-40B4-BE49-F238E27FC236}">
                  <a16:creationId xmlns:a16="http://schemas.microsoft.com/office/drawing/2014/main" id="{E4509DF2-7664-7B44-9E63-7127A461223A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" name="Vrije vorm 145">
              <a:extLst>
                <a:ext uri="{FF2B5EF4-FFF2-40B4-BE49-F238E27FC236}">
                  <a16:creationId xmlns:a16="http://schemas.microsoft.com/office/drawing/2014/main" id="{317E8415-7F36-6944-BE9A-B5DCA3DE0299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7" name="Vrije vorm 146">
              <a:extLst>
                <a:ext uri="{FF2B5EF4-FFF2-40B4-BE49-F238E27FC236}">
                  <a16:creationId xmlns:a16="http://schemas.microsoft.com/office/drawing/2014/main" id="{FB8B0D54-478A-A745-B9E5-515DCFB8BFFA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3896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9">
            <a:extLst>
              <a:ext uri="{FF2B5EF4-FFF2-40B4-BE49-F238E27FC236}">
                <a16:creationId xmlns:a16="http://schemas.microsoft.com/office/drawing/2014/main" id="{10DAEC98-F00D-7E42-BBA6-CB88660015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"/>
            <a:ext cx="8963891" cy="576897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85B11AD-1A9C-2D47-BA36-8777AA09BF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43663" y="728662"/>
            <a:ext cx="5053012" cy="5040313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28663"/>
            <a:ext cx="5053012" cy="36036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CD8-33C4-A74A-8FAC-73D321DE4A37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2287101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| image | m</a:t>
            </a:r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B7B25816-9927-484C-A975-DE6F9FED45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5053012" cy="3411535"/>
          </a:xfrm>
        </p:spPr>
        <p:txBody>
          <a:bodyPr/>
          <a:lstStyle>
            <a:lvl5pPr>
              <a:defRPr>
                <a:solidFill>
                  <a:schemeClr val="accent1"/>
                </a:solidFill>
              </a:defRPr>
            </a:lvl5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457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M |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F0156D-E203-5143-8460-F7B0A1B9B007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3175165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| image | m | blue</a:t>
            </a:r>
          </a:p>
        </p:txBody>
      </p:sp>
      <p:sp>
        <p:nvSpPr>
          <p:cNvPr id="7" name="Tijdelijke aanduiding voor tekst 9">
            <a:extLst>
              <a:ext uri="{FF2B5EF4-FFF2-40B4-BE49-F238E27FC236}">
                <a16:creationId xmlns:a16="http://schemas.microsoft.com/office/drawing/2014/main" id="{3D680BD4-B984-6C46-9879-4929955074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"/>
            <a:ext cx="8963891" cy="5768976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4DFD5E-2791-6D4A-A788-C1E775F758C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43663" y="728662"/>
            <a:ext cx="5053012" cy="5040313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sp>
        <p:nvSpPr>
          <p:cNvPr id="10" name="Tijdelijke aanduiding voor tekst 7">
            <a:extLst>
              <a:ext uri="{FF2B5EF4-FFF2-40B4-BE49-F238E27FC236}">
                <a16:creationId xmlns:a16="http://schemas.microsoft.com/office/drawing/2014/main" id="{89F23402-3053-9D4C-994F-BD2E66BBB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5053012" cy="3411535"/>
          </a:xfrm>
        </p:spPr>
        <p:txBody>
          <a:bodyPr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91" name="Titel 90">
            <a:extLst>
              <a:ext uri="{FF2B5EF4-FFF2-40B4-BE49-F238E27FC236}">
                <a16:creationId xmlns:a16="http://schemas.microsoft.com/office/drawing/2014/main" id="{DC1884D1-4F2F-954B-92DD-D93F28AEC4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28663"/>
            <a:ext cx="5053012" cy="360361"/>
          </a:xfrm>
        </p:spPr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23B29042-9136-494D-B397-283A30927D7B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170" name="Vrije vorm 169">
              <a:extLst>
                <a:ext uri="{FF2B5EF4-FFF2-40B4-BE49-F238E27FC236}">
                  <a16:creationId xmlns:a16="http://schemas.microsoft.com/office/drawing/2014/main" id="{4EBE5C05-F2CF-EE40-B50C-6E9F8657D983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1" name="Vrije vorm 170">
              <a:extLst>
                <a:ext uri="{FF2B5EF4-FFF2-40B4-BE49-F238E27FC236}">
                  <a16:creationId xmlns:a16="http://schemas.microsoft.com/office/drawing/2014/main" id="{07A4781F-1611-5A4F-BE85-AD4094F1B93F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2" name="Vrije vorm 171">
              <a:extLst>
                <a:ext uri="{FF2B5EF4-FFF2-40B4-BE49-F238E27FC236}">
                  <a16:creationId xmlns:a16="http://schemas.microsoft.com/office/drawing/2014/main" id="{42E066F1-79AF-8E4A-BA66-00582EFFB3B6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3" name="Vrije vorm 172">
              <a:extLst>
                <a:ext uri="{FF2B5EF4-FFF2-40B4-BE49-F238E27FC236}">
                  <a16:creationId xmlns:a16="http://schemas.microsoft.com/office/drawing/2014/main" id="{746607CC-D08B-2743-9C52-EDF4A01456F6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4" name="Vrije vorm 173">
              <a:extLst>
                <a:ext uri="{FF2B5EF4-FFF2-40B4-BE49-F238E27FC236}">
                  <a16:creationId xmlns:a16="http://schemas.microsoft.com/office/drawing/2014/main" id="{28131A78-1A6B-0A4B-A77E-3F6EAADF6A22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54456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9">
            <a:extLst>
              <a:ext uri="{FF2B5EF4-FFF2-40B4-BE49-F238E27FC236}">
                <a16:creationId xmlns:a16="http://schemas.microsoft.com/office/drawing/2014/main" id="{0D0D00EA-5681-2449-A4F1-571D470A4A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"/>
            <a:ext cx="8963891" cy="5768976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68B3DC9-A4D6-EC4F-8050-C26D45F7ED4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53013" y="728662"/>
            <a:ext cx="6443662" cy="5040313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62B38584-52ED-2D41-9A36-C0B6BD9AF7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3662362" cy="3411535"/>
          </a:xfrm>
        </p:spPr>
        <p:txBody>
          <a:bodyPr/>
          <a:lstStyle>
            <a:lvl5pPr>
              <a:defRPr>
                <a:solidFill>
                  <a:schemeClr val="accent1"/>
                </a:solidFill>
              </a:defRPr>
            </a:lvl5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28663"/>
            <a:ext cx="3662362" cy="36036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2E1BE-2E3C-6B4C-BEA7-66021C668699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2097947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| image | l</a:t>
            </a:r>
          </a:p>
        </p:txBody>
      </p:sp>
    </p:spTree>
    <p:extLst>
      <p:ext uri="{BB962C8B-B14F-4D97-AF65-F5344CB8AC3E}">
        <p14:creationId xmlns:p14="http://schemas.microsoft.com/office/powerpoint/2010/main" val="380321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| L |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9">
            <a:extLst>
              <a:ext uri="{FF2B5EF4-FFF2-40B4-BE49-F238E27FC236}">
                <a16:creationId xmlns:a16="http://schemas.microsoft.com/office/drawing/2014/main" id="{688F3E21-0458-7D49-ABF9-7E442BD882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1"/>
            <a:ext cx="8963891" cy="5768976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2D21217F-66F5-8048-8DD8-0626E7ABBB2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53013" y="728662"/>
            <a:ext cx="6443662" cy="5040313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28663"/>
            <a:ext cx="3662362" cy="360361"/>
          </a:xfrm>
        </p:spPr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C10106-F55D-F549-8EE3-3F4CBAD9925B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298601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| image | l | blue</a:t>
            </a:r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253B7E07-EFF0-974A-9428-DC23ECFEB5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3662362" cy="3411535"/>
          </a:xfrm>
        </p:spPr>
        <p:txBody>
          <a:bodyPr/>
          <a:lstStyle>
            <a:lvl5pPr>
              <a:defRPr>
                <a:solidFill>
                  <a:schemeClr val="bg2"/>
                </a:solidFill>
              </a:defRPr>
            </a:lvl5pPr>
            <a:lvl9pPr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grpSp>
        <p:nvGrpSpPr>
          <p:cNvPr id="141" name="Groep 140">
            <a:extLst>
              <a:ext uri="{FF2B5EF4-FFF2-40B4-BE49-F238E27FC236}">
                <a16:creationId xmlns:a16="http://schemas.microsoft.com/office/drawing/2014/main" id="{15562AD5-A527-0747-B2CC-AC039F38A72D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142" name="Vrije vorm 141">
              <a:extLst>
                <a:ext uri="{FF2B5EF4-FFF2-40B4-BE49-F238E27FC236}">
                  <a16:creationId xmlns:a16="http://schemas.microsoft.com/office/drawing/2014/main" id="{DFD85203-6AA3-7E4D-9479-1475E2BFC58C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3" name="Vrije vorm 142">
              <a:extLst>
                <a:ext uri="{FF2B5EF4-FFF2-40B4-BE49-F238E27FC236}">
                  <a16:creationId xmlns:a16="http://schemas.microsoft.com/office/drawing/2014/main" id="{42272C25-DC48-314E-A683-03D7BA08914C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4" name="Vrije vorm 143">
              <a:extLst>
                <a:ext uri="{FF2B5EF4-FFF2-40B4-BE49-F238E27FC236}">
                  <a16:creationId xmlns:a16="http://schemas.microsoft.com/office/drawing/2014/main" id="{A291BA21-E921-844F-AF73-DD104CD91875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5" name="Vrije vorm 144">
              <a:extLst>
                <a:ext uri="{FF2B5EF4-FFF2-40B4-BE49-F238E27FC236}">
                  <a16:creationId xmlns:a16="http://schemas.microsoft.com/office/drawing/2014/main" id="{4FECD180-3F83-5B4E-B583-2E3C00C7B5D4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6" name="Vrije vorm 145">
              <a:extLst>
                <a:ext uri="{FF2B5EF4-FFF2-40B4-BE49-F238E27FC236}">
                  <a16:creationId xmlns:a16="http://schemas.microsoft.com/office/drawing/2014/main" id="{CDB6C755-F38B-6C4C-A8F1-CFC70EFEF404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40189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FB843EFA-B312-DB4E-A0B5-16EFC1428A78}"/>
              </a:ext>
            </a:extLst>
          </p:cNvPr>
          <p:cNvSpPr/>
          <p:nvPr userDrawn="1"/>
        </p:nvSpPr>
        <p:spPr>
          <a:xfrm>
            <a:off x="0" y="0"/>
            <a:ext cx="4357687" cy="6858000"/>
          </a:xfrm>
          <a:prstGeom prst="rect">
            <a:avLst/>
          </a:prstGeom>
          <a:solidFill>
            <a:srgbClr val="D9E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D9E7F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02C96-2CCD-9E41-88FA-D541CA9B0BCE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1713226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chart</a:t>
            </a:r>
            <a:endParaRPr lang="nl-NL" sz="2400" b="1" kern="1200" cap="none" baseline="0" noProof="0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79D944A3-B042-CB47-B19A-BD57F5923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5053012" cy="4140200"/>
          </a:xfrm>
        </p:spPr>
        <p:txBody>
          <a:bodyPr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AE6BD265-F96F-6B43-BEEE-E7C34ED0E981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</p:grpSpPr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4AA97C08-FEBC-C04F-B542-CC284F275129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61FBAFB1-E18E-C84B-9844-E5BEA10FF8C6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B3A9A9F3-8303-1E45-BF6B-87C491C16DD8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9D23F2A0-4DD4-134C-B72B-E826F68CBAA0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13">
              <a:extLst>
                <a:ext uri="{FF2B5EF4-FFF2-40B4-BE49-F238E27FC236}">
                  <a16:creationId xmlns:a16="http://schemas.microsoft.com/office/drawing/2014/main" id="{3C84CD62-303B-7A40-9F00-A86DB59B1AE1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solidFill>
              <a:srgbClr val="171C54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5" name="Chart Placeholder 8">
            <a:extLst>
              <a:ext uri="{FF2B5EF4-FFF2-40B4-BE49-F238E27FC236}">
                <a16:creationId xmlns:a16="http://schemas.microsoft.com/office/drawing/2014/main" id="{8EF9DEF0-2B1F-3247-B91C-349FBBADF0D1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443663" y="1628776"/>
            <a:ext cx="5053012" cy="4140200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tIns="0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chart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39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8B65-0E4E-934F-BBF4-5D26285224C6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804707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Chart</a:t>
            </a:r>
          </a:p>
        </p:txBody>
      </p:sp>
      <p:sp>
        <p:nvSpPr>
          <p:cNvPr id="7" name="Chart Placeholder 8">
            <a:extLst>
              <a:ext uri="{FF2B5EF4-FFF2-40B4-BE49-F238E27FC236}">
                <a16:creationId xmlns:a16="http://schemas.microsoft.com/office/drawing/2014/main" id="{7848BA9E-AF92-894C-AC1F-3C339A40AB0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95325" y="1628776"/>
            <a:ext cx="10801350" cy="4140200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tIns="0" bIns="108000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chart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5117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59B09E8-5F10-3748-B71C-19F26441EB40}"/>
              </a:ext>
            </a:extLst>
          </p:cNvPr>
          <p:cNvSpPr/>
          <p:nvPr userDrawn="1"/>
        </p:nvSpPr>
        <p:spPr>
          <a:xfrm>
            <a:off x="0" y="0"/>
            <a:ext cx="4357687" cy="6858000"/>
          </a:xfrm>
          <a:prstGeom prst="rect">
            <a:avLst/>
          </a:prstGeom>
          <a:solidFill>
            <a:srgbClr val="D9E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D9E7F2"/>
              </a:solidFill>
            </a:endParaRP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618F52B-0D8E-0D44-9AF6-FF7177B1A3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6" y="1628775"/>
            <a:ext cx="5053012" cy="4140200"/>
          </a:xfrm>
        </p:spPr>
        <p:txBody>
          <a:bodyPr/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1560-8704-124E-BB4B-EDF9883EC29C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167796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table</a:t>
            </a:r>
            <a:endParaRPr lang="nl-NL" sz="2400" b="1" kern="1200" cap="none" baseline="0" noProof="0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11422726-5F38-D04C-9A32-387CD49E70D7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</p:grpSpPr>
        <p:sp>
          <p:nvSpPr>
            <p:cNvPr id="10" name="Vrije vorm 9">
              <a:extLst>
                <a:ext uri="{FF2B5EF4-FFF2-40B4-BE49-F238E27FC236}">
                  <a16:creationId xmlns:a16="http://schemas.microsoft.com/office/drawing/2014/main" id="{E227353E-23D8-EC4E-AD39-78CC72953B64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 10">
              <a:extLst>
                <a:ext uri="{FF2B5EF4-FFF2-40B4-BE49-F238E27FC236}">
                  <a16:creationId xmlns:a16="http://schemas.microsoft.com/office/drawing/2014/main" id="{0301CA80-3713-DC42-8F9F-21D759BDC27B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2" name="Vrije vorm 11">
              <a:extLst>
                <a:ext uri="{FF2B5EF4-FFF2-40B4-BE49-F238E27FC236}">
                  <a16:creationId xmlns:a16="http://schemas.microsoft.com/office/drawing/2014/main" id="{5231F288-06BF-B54E-9E9A-0432CBF88B7E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3" name="Vrije vorm 12">
              <a:extLst>
                <a:ext uri="{FF2B5EF4-FFF2-40B4-BE49-F238E27FC236}">
                  <a16:creationId xmlns:a16="http://schemas.microsoft.com/office/drawing/2014/main" id="{FD6051FD-C41D-234B-848A-3B2B7E1DCFFF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4" name="Vrije vorm 13">
              <a:extLst>
                <a:ext uri="{FF2B5EF4-FFF2-40B4-BE49-F238E27FC236}">
                  <a16:creationId xmlns:a16="http://schemas.microsoft.com/office/drawing/2014/main" id="{CD4E1A86-40D2-EA4D-9A08-CC3F5D8A7598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solidFill>
              <a:srgbClr val="171C54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6" name="Tijdelijke aanduiding voor tabel 3">
            <a:extLst>
              <a:ext uri="{FF2B5EF4-FFF2-40B4-BE49-F238E27FC236}">
                <a16:creationId xmlns:a16="http://schemas.microsoft.com/office/drawing/2014/main" id="{A1F4A4A4-1382-9E44-82D7-7E263AF8ED35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443663" y="1628776"/>
            <a:ext cx="5053012" cy="4140200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bIns="108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88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313E-C3F5-7A4D-898E-D4AA1688C80E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780278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Table</a:t>
            </a:r>
            <a:endParaRPr lang="nl-NL" sz="2400" b="1" kern="1200" cap="none" baseline="0" noProof="0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ijdelijke aanduiding voor tabel 3">
            <a:extLst>
              <a:ext uri="{FF2B5EF4-FFF2-40B4-BE49-F238E27FC236}">
                <a16:creationId xmlns:a16="http://schemas.microsoft.com/office/drawing/2014/main" id="{419E6AE7-272F-764F-8C9E-8EF12E88CBAE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95325" y="1628776"/>
            <a:ext cx="10801350" cy="4140200"/>
          </a:xfrm>
          <a:prstGeom prst="rect">
            <a:avLst/>
          </a:prstGeo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bIns="108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6152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media 4">
            <a:extLst>
              <a:ext uri="{FF2B5EF4-FFF2-40B4-BE49-F238E27FC236}">
                <a16:creationId xmlns:a16="http://schemas.microsoft.com/office/drawing/2014/main" id="{E9C4D3DE-CB51-8B4F-AB8C-28ED0C7F940C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1" y="1"/>
            <a:ext cx="12198802" cy="6858000"/>
          </a:xfrm>
          <a:pattFill prst="sm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bIns="1080000" anchor="ctr" anchorCtr="0"/>
          <a:lstStyle>
            <a:lvl1pPr algn="ctr">
              <a:buNone/>
              <a:defRPr sz="120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video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E25F735-B843-5847-BD95-71BF7023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96102-BEC5-4C4E-B50C-099CD008E826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5E1A7C-3EFE-7749-A577-F78CDBDA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EC4D650-5CC7-7944-9181-9E20D138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83119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Video</a:t>
            </a:r>
          </a:p>
        </p:txBody>
      </p:sp>
      <p:sp>
        <p:nvSpPr>
          <p:cNvPr id="8" name="Tijdelijke aanduiding voor tekst 9">
            <a:extLst>
              <a:ext uri="{FF2B5EF4-FFF2-40B4-BE49-F238E27FC236}">
                <a16:creationId xmlns:a16="http://schemas.microsoft.com/office/drawing/2014/main" id="{6E92B801-8745-0745-90D2-462B8043FE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1675" y="6182853"/>
            <a:ext cx="1095997" cy="366587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 t="171" b="171"/>
            </a:stretch>
          </a:blipFill>
        </p:spPr>
        <p:txBody>
          <a:bodyPr anchor="ctr">
            <a:normAutofit/>
          </a:bodyPr>
          <a:lstStyle>
            <a:lvl1pPr marL="0" indent="0" algn="ctr">
              <a:buNone/>
              <a:defRPr sz="100">
                <a:solidFill>
                  <a:schemeClr val="tx1">
                    <a:lumMod val="75000"/>
                    <a:lumOff val="25000"/>
                    <a:alpha val="0"/>
                  </a:schemeClr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390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/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8D8608B2-31D7-4F40-A0E8-C813B35E973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1628775"/>
            <a:ext cx="10801348" cy="1388826"/>
          </a:xfrm>
        </p:spPr>
        <p:txBody>
          <a:bodyPr anchor="b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2495876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Closure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/ contact</a:t>
            </a:r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B5C08D52-DB71-F946-8EB2-90E1F9352BE3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95325" y="4180114"/>
            <a:ext cx="5534513" cy="1588861"/>
          </a:xfrm>
        </p:spPr>
        <p:txBody>
          <a:bodyPr vert="horz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 err="1"/>
              <a:t>www.rsm.nl</a:t>
            </a:r>
            <a:endParaRPr lang="en-GB" noProof="0" dirty="0"/>
          </a:p>
          <a:p>
            <a:pPr lvl="0"/>
            <a:endParaRPr lang="en-GB" noProof="0" dirty="0"/>
          </a:p>
          <a:p>
            <a:pPr lvl="0"/>
            <a:r>
              <a:rPr lang="en-GB" noProof="0" dirty="0" err="1"/>
              <a:t>Burgemeester</a:t>
            </a:r>
            <a:r>
              <a:rPr lang="en-GB" noProof="0" dirty="0"/>
              <a:t> </a:t>
            </a:r>
            <a:r>
              <a:rPr lang="en-GB" noProof="0" dirty="0" err="1"/>
              <a:t>Oudlaan</a:t>
            </a:r>
            <a:r>
              <a:rPr lang="en-GB" noProof="0" dirty="0"/>
              <a:t> 50</a:t>
            </a:r>
          </a:p>
          <a:p>
            <a:pPr lvl="0"/>
            <a:r>
              <a:rPr lang="en-GB" noProof="0" dirty="0"/>
              <a:t>3062 PA Rotterdam</a:t>
            </a:r>
          </a:p>
          <a:p>
            <a:pPr lvl="0"/>
            <a:r>
              <a:rPr lang="en-GB" noProof="0" dirty="0"/>
              <a:t>The Netherlands</a:t>
            </a:r>
          </a:p>
          <a:p>
            <a:pPr lvl="0"/>
            <a:endParaRPr lang="en-GB" noProof="0" dirty="0"/>
          </a:p>
          <a:p>
            <a:pPr lvl="0"/>
            <a:r>
              <a:rPr lang="en-GB" noProof="0" dirty="0"/>
              <a:t>+31 10 408 2222</a:t>
            </a:r>
          </a:p>
          <a:p>
            <a:pPr lvl="0"/>
            <a:r>
              <a:rPr lang="en-GB" noProof="0" dirty="0" err="1"/>
              <a:t>info@rsm.nl</a:t>
            </a:r>
            <a:endParaRPr lang="en-GB" noProof="0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EAF98240-E9BD-B144-81C5-3427814318B9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695324" y="3129504"/>
            <a:ext cx="10801350" cy="368300"/>
          </a:xfrm>
        </p:spPr>
        <p:txBody>
          <a:bodyPr anchor="ctr" anchorCtr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 err="1"/>
              <a:t>Subtitle</a:t>
            </a:r>
            <a:endParaRPr lang="nl-NL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E5B57146-CA76-4C42-BA82-30BEE0BCBAAF}"/>
              </a:ext>
            </a:extLst>
          </p:cNvPr>
          <p:cNvGrpSpPr/>
          <p:nvPr userDrawn="1"/>
        </p:nvGrpSpPr>
        <p:grpSpPr>
          <a:xfrm>
            <a:off x="702788" y="737740"/>
            <a:ext cx="1095997" cy="366587"/>
            <a:chOff x="2935002" y="7898764"/>
            <a:chExt cx="4644643" cy="1553528"/>
          </a:xfrm>
          <a:solidFill>
            <a:schemeClr val="bg1"/>
          </a:solidFill>
        </p:grpSpPr>
        <p:sp>
          <p:nvSpPr>
            <p:cNvPr id="32" name="Vrije vorm 31">
              <a:extLst>
                <a:ext uri="{FF2B5EF4-FFF2-40B4-BE49-F238E27FC236}">
                  <a16:creationId xmlns:a16="http://schemas.microsoft.com/office/drawing/2014/main" id="{655D44FD-4E8A-CE4C-BECD-062EE1721EB8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 32">
              <a:extLst>
                <a:ext uri="{FF2B5EF4-FFF2-40B4-BE49-F238E27FC236}">
                  <a16:creationId xmlns:a16="http://schemas.microsoft.com/office/drawing/2014/main" id="{6070141F-5876-3E4B-8105-3E3FA7FF2CC3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 33">
              <a:extLst>
                <a:ext uri="{FF2B5EF4-FFF2-40B4-BE49-F238E27FC236}">
                  <a16:creationId xmlns:a16="http://schemas.microsoft.com/office/drawing/2014/main" id="{B7964EF8-47AC-3F43-904F-D99B8D63AD6E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 34">
              <a:extLst>
                <a:ext uri="{FF2B5EF4-FFF2-40B4-BE49-F238E27FC236}">
                  <a16:creationId xmlns:a16="http://schemas.microsoft.com/office/drawing/2014/main" id="{52F810B3-3A13-F240-8A07-41FDF9FB8FD0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" name="Vrije vorm 35">
              <a:extLst>
                <a:ext uri="{FF2B5EF4-FFF2-40B4-BE49-F238E27FC236}">
                  <a16:creationId xmlns:a16="http://schemas.microsoft.com/office/drawing/2014/main" id="{9DC3A8D1-F537-5E4A-833B-9C14C28A0B58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grpFill/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94643517-7131-AF40-973A-0360C04697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5325" y="6337944"/>
            <a:ext cx="2856599" cy="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6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>
        <p:tmplLst>
          <p:tmpl>
            <p:tnLst>
              <p:par>
                <p:cTn presetID="2" presetClass="entr" presetSubtype="8" decel="5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5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CLOSURE/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8D8608B2-31D7-4F40-A0E8-C813B35E973B}"/>
              </a:ext>
            </a:extLst>
          </p:cNvPr>
          <p:cNvSpPr/>
          <p:nvPr userDrawn="1"/>
        </p:nvSpPr>
        <p:spPr>
          <a:xfrm>
            <a:off x="0" y="1"/>
            <a:ext cx="12192000" cy="4841090"/>
          </a:xfrm>
          <a:prstGeom prst="rect">
            <a:avLst/>
          </a:prstGeom>
          <a:solidFill>
            <a:srgbClr val="D9E7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EE88157-871D-3D42-A1C1-6A4BEEBB6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42232"/>
            <a:ext cx="10801348" cy="1388826"/>
          </a:xfrm>
        </p:spPr>
        <p:txBody>
          <a:bodyPr anchor="b" anchorCtr="0"/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endParaRPr lang="nl-NL" dirty="0"/>
          </a:p>
        </p:txBody>
      </p:sp>
      <p:sp>
        <p:nvSpPr>
          <p:cNvPr id="6" name="Rechthoek: afgeronde hoeken 128">
            <a:extLst>
              <a:ext uri="{FF2B5EF4-FFF2-40B4-BE49-F238E27FC236}">
                <a16:creationId xmlns:a16="http://schemas.microsoft.com/office/drawing/2014/main" id="{1543A5E3-D679-2845-9B9C-38A33EA75C77}"/>
              </a:ext>
            </a:extLst>
          </p:cNvPr>
          <p:cNvSpPr/>
          <p:nvPr userDrawn="1"/>
        </p:nvSpPr>
        <p:spPr>
          <a:xfrm>
            <a:off x="0" y="-516639"/>
            <a:ext cx="3024867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Alt. </a:t>
            </a:r>
            <a:r>
              <a:rPr lang="nl-NL" sz="2400" b="1" kern="1200" cap="none" baseline="0" noProof="0" dirty="0" err="1">
                <a:solidFill>
                  <a:schemeClr val="bg2"/>
                </a:solidFill>
                <a:latin typeface="+mn-lt"/>
                <a:ea typeface="+mn-ea"/>
                <a:cs typeface="+mn-cs"/>
              </a:rPr>
              <a:t>closure</a:t>
            </a:r>
            <a:r>
              <a:rPr lang="nl-NL" sz="2400" b="1" kern="1200" cap="none" baseline="0" noProof="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/ contact</a:t>
            </a:r>
          </a:p>
        </p:txBody>
      </p:sp>
      <p:sp>
        <p:nvSpPr>
          <p:cNvPr id="7" name="Tijdelijke aanduiding voor verticale tekst 2">
            <a:extLst>
              <a:ext uri="{FF2B5EF4-FFF2-40B4-BE49-F238E27FC236}">
                <a16:creationId xmlns:a16="http://schemas.microsoft.com/office/drawing/2014/main" id="{B5C08D52-DB71-F946-8EB2-90E1F9352BE3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695325" y="2582357"/>
            <a:ext cx="5053013" cy="1588861"/>
          </a:xfrm>
        </p:spPr>
        <p:txBody>
          <a:bodyPr vert="horz"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2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 err="1"/>
              <a:t>www.rsm.nl</a:t>
            </a:r>
            <a:endParaRPr lang="en-GB" noProof="0" dirty="0"/>
          </a:p>
          <a:p>
            <a:pPr lvl="0"/>
            <a:endParaRPr lang="en-GB" noProof="0" dirty="0"/>
          </a:p>
          <a:p>
            <a:pPr lvl="0"/>
            <a:r>
              <a:rPr lang="en-GB" noProof="0" dirty="0" err="1"/>
              <a:t>Burgemeester</a:t>
            </a:r>
            <a:r>
              <a:rPr lang="en-GB" noProof="0" dirty="0"/>
              <a:t> </a:t>
            </a:r>
            <a:r>
              <a:rPr lang="en-GB" noProof="0" dirty="0" err="1"/>
              <a:t>Oudlaan</a:t>
            </a:r>
            <a:r>
              <a:rPr lang="en-GB" noProof="0" dirty="0"/>
              <a:t> 50</a:t>
            </a:r>
          </a:p>
          <a:p>
            <a:pPr lvl="0"/>
            <a:r>
              <a:rPr lang="en-GB" noProof="0" dirty="0"/>
              <a:t>3062 PA Rotterdam</a:t>
            </a:r>
          </a:p>
          <a:p>
            <a:pPr lvl="0"/>
            <a:r>
              <a:rPr lang="en-GB" noProof="0" dirty="0"/>
              <a:t>The Netherlands</a:t>
            </a:r>
          </a:p>
          <a:p>
            <a:pPr lvl="0"/>
            <a:endParaRPr lang="en-GB" noProof="0" dirty="0"/>
          </a:p>
          <a:p>
            <a:pPr lvl="0"/>
            <a:r>
              <a:rPr lang="en-GB" noProof="0" dirty="0"/>
              <a:t>+31 10 408 2222</a:t>
            </a:r>
          </a:p>
          <a:p>
            <a:pPr lvl="0"/>
            <a:r>
              <a:rPr lang="en-GB" noProof="0" dirty="0" err="1"/>
              <a:t>info@rsm.nl</a:t>
            </a:r>
            <a:endParaRPr lang="en-GB" noProof="0" dirty="0"/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EAF98240-E9BD-B144-81C5-3427814318B9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695324" y="1542961"/>
            <a:ext cx="10801350" cy="368300"/>
          </a:xfrm>
        </p:spPr>
        <p:txBody>
          <a:bodyPr anchor="ctr" anchorCtr="0"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 err="1"/>
              <a:t>Subtitle</a:t>
            </a:r>
            <a:endParaRPr lang="nl-NL" dirty="0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1D99F4EF-6D34-7F45-A396-3C34F51D36C6}"/>
              </a:ext>
            </a:extLst>
          </p:cNvPr>
          <p:cNvSpPr/>
          <p:nvPr userDrawn="1"/>
        </p:nvSpPr>
        <p:spPr>
          <a:xfrm>
            <a:off x="0" y="4841090"/>
            <a:ext cx="12192000" cy="2016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6CF1C8A6-5604-674E-B3FD-1FFD4CA032DE}"/>
              </a:ext>
            </a:extLst>
          </p:cNvPr>
          <p:cNvSpPr txBox="1"/>
          <p:nvPr userDrawn="1"/>
        </p:nvSpPr>
        <p:spPr>
          <a:xfrm>
            <a:off x="6234193" y="5292513"/>
            <a:ext cx="28585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b="1" dirty="0" err="1">
                <a:solidFill>
                  <a:schemeClr val="bg2"/>
                </a:solidFill>
              </a:rPr>
              <a:t>Accredited</a:t>
            </a:r>
            <a:r>
              <a:rPr lang="nl-NL" b="1" dirty="0">
                <a:solidFill>
                  <a:schemeClr val="bg2"/>
                </a:solidFill>
              </a:rPr>
              <a:t> </a:t>
            </a:r>
            <a:r>
              <a:rPr lang="nl-NL" b="1" dirty="0" err="1">
                <a:solidFill>
                  <a:schemeClr val="bg2"/>
                </a:solidFill>
              </a:rPr>
              <a:t>by</a:t>
            </a:r>
            <a:endParaRPr lang="nl-NL" b="1" dirty="0">
              <a:solidFill>
                <a:schemeClr val="bg2"/>
              </a:solidFill>
            </a:endParaRPr>
          </a:p>
        </p:txBody>
      </p:sp>
      <p:grpSp>
        <p:nvGrpSpPr>
          <p:cNvPr id="19" name="Groep 18">
            <a:extLst>
              <a:ext uri="{FF2B5EF4-FFF2-40B4-BE49-F238E27FC236}">
                <a16:creationId xmlns:a16="http://schemas.microsoft.com/office/drawing/2014/main" id="{921AF198-FC55-6342-B8D5-4CCCD221052E}"/>
              </a:ext>
            </a:extLst>
          </p:cNvPr>
          <p:cNvGrpSpPr/>
          <p:nvPr userDrawn="1"/>
        </p:nvGrpSpPr>
        <p:grpSpPr>
          <a:xfrm>
            <a:off x="904494" y="5513953"/>
            <a:ext cx="2295906" cy="767930"/>
            <a:chOff x="2935002" y="7898764"/>
            <a:chExt cx="4644643" cy="1553528"/>
          </a:xfrm>
        </p:grpSpPr>
        <p:sp>
          <p:nvSpPr>
            <p:cNvPr id="21" name="Vrije vorm 20">
              <a:extLst>
                <a:ext uri="{FF2B5EF4-FFF2-40B4-BE49-F238E27FC236}">
                  <a16:creationId xmlns:a16="http://schemas.microsoft.com/office/drawing/2014/main" id="{6AEE763A-BAD1-CE41-892E-BB54C996D38B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 21">
              <a:extLst>
                <a:ext uri="{FF2B5EF4-FFF2-40B4-BE49-F238E27FC236}">
                  <a16:creationId xmlns:a16="http://schemas.microsoft.com/office/drawing/2014/main" id="{67BC9B55-EAC2-864C-8904-9E32B3AB6C10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Vrije vorm 22">
              <a:extLst>
                <a:ext uri="{FF2B5EF4-FFF2-40B4-BE49-F238E27FC236}">
                  <a16:creationId xmlns:a16="http://schemas.microsoft.com/office/drawing/2014/main" id="{9AA77E41-28B3-BE46-A21D-C9EC7AD793CD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 23">
              <a:extLst>
                <a:ext uri="{FF2B5EF4-FFF2-40B4-BE49-F238E27FC236}">
                  <a16:creationId xmlns:a16="http://schemas.microsoft.com/office/drawing/2014/main" id="{9DE66D49-E31A-C34B-8F4F-51ACE276266C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 24">
              <a:extLst>
                <a:ext uri="{FF2B5EF4-FFF2-40B4-BE49-F238E27FC236}">
                  <a16:creationId xmlns:a16="http://schemas.microsoft.com/office/drawing/2014/main" id="{B597F4E9-EF51-BA4A-A6C2-68805AF6C5F0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solidFill>
              <a:srgbClr val="171C54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B5E62F99-88D6-444B-A7B1-CA1D75B883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72573" y="5619205"/>
            <a:ext cx="917202" cy="91720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4AF179-4C9E-E941-A48F-86597F34DE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9583" y="5842082"/>
            <a:ext cx="846692" cy="430286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6534A302-BB9C-6E46-97C9-5598348601B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58812" y="5653021"/>
            <a:ext cx="768392" cy="53809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673A5C7-50C9-7647-821C-450142DAA5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4324" y="5549024"/>
            <a:ext cx="1016402" cy="10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2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>
        <p:tmplLst>
          <p:tmpl>
            <p:tnLst>
              <p:par>
                <p:cTn presetID="2" presetClass="entr" presetSubtype="8" decel="5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5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09ED11A-FC85-284C-B19A-A6845848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28663"/>
            <a:ext cx="10801348" cy="36036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11B301-552C-CE4C-8E8B-513A54CF8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140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dirty="0" err="1"/>
              <a:t>Bullet</a:t>
            </a:r>
            <a:endParaRPr lang="nl-NL" dirty="0"/>
          </a:p>
          <a:p>
            <a:pPr lvl="1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#1</a:t>
            </a:r>
          </a:p>
          <a:p>
            <a:pPr lvl="2"/>
            <a:r>
              <a:rPr lang="nl-NL" dirty="0"/>
              <a:t>Sub-</a:t>
            </a:r>
            <a:r>
              <a:rPr lang="nl-NL" dirty="0" err="1"/>
              <a:t>bullet</a:t>
            </a:r>
            <a:r>
              <a:rPr lang="nl-NL" dirty="0"/>
              <a:t> #2</a:t>
            </a:r>
          </a:p>
          <a:p>
            <a:pPr lvl="3"/>
            <a:r>
              <a:rPr lang="nl-NL" dirty="0" err="1"/>
              <a:t>Text</a:t>
            </a:r>
            <a:endParaRPr lang="nl-NL" dirty="0"/>
          </a:p>
          <a:p>
            <a:pPr lvl="4"/>
            <a:r>
              <a:rPr lang="nl-NL" dirty="0" err="1"/>
              <a:t>Heading</a:t>
            </a:r>
            <a:r>
              <a:rPr lang="nl-NL" dirty="0"/>
              <a:t> #1</a:t>
            </a:r>
          </a:p>
          <a:p>
            <a:pPr lvl="5"/>
            <a:r>
              <a:rPr lang="nl-NL" dirty="0" err="1"/>
              <a:t>Heading</a:t>
            </a:r>
            <a:r>
              <a:rPr lang="nl-NL" dirty="0"/>
              <a:t> #2</a:t>
            </a:r>
          </a:p>
          <a:p>
            <a:pPr lvl="6"/>
            <a:r>
              <a:rPr lang="nl-NL" dirty="0" err="1"/>
              <a:t>Nummeric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7"/>
            <a:r>
              <a:rPr lang="nl-NL" dirty="0" err="1"/>
              <a:t>Alphabetic</a:t>
            </a:r>
            <a:r>
              <a:rPr lang="nl-NL" dirty="0"/>
              <a:t> </a:t>
            </a:r>
            <a:r>
              <a:rPr lang="nl-NL" dirty="0" err="1"/>
              <a:t>bullet</a:t>
            </a:r>
            <a:endParaRPr lang="nl-NL" dirty="0"/>
          </a:p>
          <a:p>
            <a:pPr lvl="8"/>
            <a:r>
              <a:rPr lang="nl-NL" dirty="0"/>
              <a:t>Quote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91DD3F-2292-1547-9700-1F005A3AF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97462" y="6308724"/>
            <a:ext cx="528991" cy="180975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>
                <a:solidFill>
                  <a:schemeClr val="bg2"/>
                </a:solidFill>
              </a:defRPr>
            </a:lvl1pPr>
          </a:lstStyle>
          <a:p>
            <a:fld id="{2ADCA741-4927-7149-95D5-7C0846AF7464}" type="datetime1">
              <a:rPr lang="nl-NL" smtClean="0"/>
              <a:t>29-03-2026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677FD79-7C20-1845-9305-929AE2A86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09718" y="6308726"/>
            <a:ext cx="4086282" cy="1841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>
                <a:solidFill>
                  <a:schemeClr val="tx2"/>
                </a:solidFill>
              </a:defRPr>
            </a:lvl1pPr>
          </a:lstStyle>
          <a:p>
            <a:r>
              <a:rPr lang="nl-NL"/>
              <a:t>Rotterdam School of Management, Erasmus University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2F6E94-ED04-634C-A4FF-505F2CB78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9974" y="6308726"/>
            <a:ext cx="266699" cy="1809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defRPr sz="800" b="1">
                <a:solidFill>
                  <a:schemeClr val="tx2"/>
                </a:solidFill>
              </a:defRPr>
            </a:lvl1pPr>
          </a:lstStyle>
          <a:p>
            <a:fld id="{178A85B7-8D61-3547-B415-D41275AC9D14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51BD0A8-F33E-C34A-8CFD-495603D3AE5F}"/>
              </a:ext>
            </a:extLst>
          </p:cNvPr>
          <p:cNvSpPr txBox="1"/>
          <p:nvPr userDrawn="1"/>
        </p:nvSpPr>
        <p:spPr>
          <a:xfrm>
            <a:off x="2584" y="-850657"/>
            <a:ext cx="544554" cy="288147"/>
          </a:xfrm>
          <a:prstGeom prst="rect">
            <a:avLst/>
          </a:prstGeom>
          <a:solidFill>
            <a:schemeClr val="tx2"/>
          </a:solidFill>
        </p:spPr>
        <p:txBody>
          <a:bodyPr wrap="none" lIns="72000" tIns="36000" rIns="72000" bIns="36000" rtlCol="0" anchor="b">
            <a:spAutoFit/>
          </a:bodyPr>
          <a:lstStyle/>
          <a:p>
            <a:pPr algn="l"/>
            <a:r>
              <a:rPr lang="nl-NL" sz="1400" b="1" cap="all" spc="0" baseline="0" noProof="0" dirty="0">
                <a:solidFill>
                  <a:schemeClr val="bg1"/>
                </a:solidFill>
                <a:latin typeface="+mj-lt"/>
              </a:rPr>
              <a:t>RSM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156726D1-303C-7247-9A23-4FA8224A7D22}"/>
              </a:ext>
            </a:extLst>
          </p:cNvPr>
          <p:cNvGrpSpPr/>
          <p:nvPr userDrawn="1"/>
        </p:nvGrpSpPr>
        <p:grpSpPr>
          <a:xfrm>
            <a:off x="702788" y="6189203"/>
            <a:ext cx="1095997" cy="366587"/>
            <a:chOff x="2935002" y="7898764"/>
            <a:chExt cx="4644643" cy="1553528"/>
          </a:xfrm>
        </p:grpSpPr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A3A0D499-4C33-CE42-9D1E-974E90E01B95}"/>
                </a:ext>
              </a:extLst>
            </p:cNvPr>
            <p:cNvSpPr/>
            <p:nvPr/>
          </p:nvSpPr>
          <p:spPr>
            <a:xfrm>
              <a:off x="5659529" y="8398664"/>
              <a:ext cx="836778" cy="682152"/>
            </a:xfrm>
            <a:custGeom>
              <a:avLst/>
              <a:gdLst>
                <a:gd name="connsiteX0" fmla="*/ 654001 w 836778"/>
                <a:gd name="connsiteY0" fmla="*/ 71600 h 682152"/>
                <a:gd name="connsiteX1" fmla="*/ 325572 w 836778"/>
                <a:gd name="connsiteY1" fmla="*/ 413548 h 682152"/>
                <a:gd name="connsiteX2" fmla="*/ 204673 w 836778"/>
                <a:gd name="connsiteY2" fmla="*/ 252575 h 682152"/>
                <a:gd name="connsiteX3" fmla="*/ 0 w 836778"/>
                <a:gd name="connsiteY3" fmla="*/ 421168 h 682152"/>
                <a:gd name="connsiteX4" fmla="*/ 91389 w 836778"/>
                <a:gd name="connsiteY4" fmla="*/ 500225 h 682152"/>
                <a:gd name="connsiteX5" fmla="*/ 198961 w 836778"/>
                <a:gd name="connsiteY5" fmla="*/ 401165 h 682152"/>
                <a:gd name="connsiteX6" fmla="*/ 324620 w 836778"/>
                <a:gd name="connsiteY6" fmla="*/ 476413 h 682152"/>
                <a:gd name="connsiteX7" fmla="*/ 440760 w 836778"/>
                <a:gd name="connsiteY7" fmla="*/ 423073 h 682152"/>
                <a:gd name="connsiteX8" fmla="*/ 458848 w 836778"/>
                <a:gd name="connsiteY8" fmla="*/ 451648 h 682152"/>
                <a:gd name="connsiteX9" fmla="*/ 414105 w 836778"/>
                <a:gd name="connsiteY9" fmla="*/ 645958 h 682152"/>
                <a:gd name="connsiteX10" fmla="*/ 454088 w 836778"/>
                <a:gd name="connsiteY10" fmla="*/ 682153 h 682152"/>
                <a:gd name="connsiteX11" fmla="*/ 488359 w 836778"/>
                <a:gd name="connsiteY11" fmla="*/ 661198 h 682152"/>
                <a:gd name="connsiteX12" fmla="*/ 520725 w 836778"/>
                <a:gd name="connsiteY12" fmla="*/ 546898 h 682152"/>
                <a:gd name="connsiteX13" fmla="*/ 836778 w 836778"/>
                <a:gd name="connsiteY13" fmla="*/ 57313 h 682152"/>
                <a:gd name="connsiteX14" fmla="*/ 760621 w 836778"/>
                <a:gd name="connsiteY14" fmla="*/ 163 h 682152"/>
                <a:gd name="connsiteX15" fmla="*/ 654001 w 836778"/>
                <a:gd name="connsiteY15" fmla="*/ 71600 h 682152"/>
                <a:gd name="connsiteX16" fmla="*/ 83773 w 836778"/>
                <a:gd name="connsiteY16" fmla="*/ 411643 h 682152"/>
                <a:gd name="connsiteX17" fmla="*/ 70445 w 836778"/>
                <a:gd name="connsiteY17" fmla="*/ 399260 h 682152"/>
                <a:gd name="connsiteX18" fmla="*/ 147555 w 836778"/>
                <a:gd name="connsiteY18" fmla="*/ 326870 h 682152"/>
                <a:gd name="connsiteX19" fmla="*/ 162786 w 836778"/>
                <a:gd name="connsiteY19" fmla="*/ 338300 h 682152"/>
                <a:gd name="connsiteX20" fmla="*/ 83773 w 836778"/>
                <a:gd name="connsiteY20" fmla="*/ 411643 h 682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778" h="682152">
                  <a:moveTo>
                    <a:pt x="654001" y="71600"/>
                  </a:moveTo>
                  <a:cubicBezTo>
                    <a:pt x="579748" y="278293"/>
                    <a:pt x="370315" y="413548"/>
                    <a:pt x="325572" y="413548"/>
                  </a:cubicBezTo>
                  <a:cubicBezTo>
                    <a:pt x="243703" y="413548"/>
                    <a:pt x="318909" y="252575"/>
                    <a:pt x="204673" y="252575"/>
                  </a:cubicBezTo>
                  <a:cubicBezTo>
                    <a:pt x="127563" y="252575"/>
                    <a:pt x="0" y="334490"/>
                    <a:pt x="0" y="421168"/>
                  </a:cubicBezTo>
                  <a:cubicBezTo>
                    <a:pt x="0" y="460220"/>
                    <a:pt x="29511" y="500225"/>
                    <a:pt x="91389" y="500225"/>
                  </a:cubicBezTo>
                  <a:cubicBezTo>
                    <a:pt x="168498" y="500225"/>
                    <a:pt x="152315" y="401165"/>
                    <a:pt x="198961" y="401165"/>
                  </a:cubicBezTo>
                  <a:cubicBezTo>
                    <a:pt x="239895" y="401165"/>
                    <a:pt x="226568" y="476413"/>
                    <a:pt x="324620" y="476413"/>
                  </a:cubicBezTo>
                  <a:cubicBezTo>
                    <a:pt x="378883" y="476413"/>
                    <a:pt x="412201" y="423073"/>
                    <a:pt x="440760" y="423073"/>
                  </a:cubicBezTo>
                  <a:cubicBezTo>
                    <a:pt x="448376" y="423073"/>
                    <a:pt x="458848" y="427835"/>
                    <a:pt x="458848" y="451648"/>
                  </a:cubicBezTo>
                  <a:cubicBezTo>
                    <a:pt x="458848" y="490700"/>
                    <a:pt x="414105" y="613573"/>
                    <a:pt x="414105" y="645958"/>
                  </a:cubicBezTo>
                  <a:cubicBezTo>
                    <a:pt x="414105" y="666913"/>
                    <a:pt x="436953" y="682153"/>
                    <a:pt x="454088" y="682153"/>
                  </a:cubicBezTo>
                  <a:cubicBezTo>
                    <a:pt x="471223" y="682153"/>
                    <a:pt x="484551" y="674533"/>
                    <a:pt x="488359" y="661198"/>
                  </a:cubicBezTo>
                  <a:cubicBezTo>
                    <a:pt x="499782" y="620240"/>
                    <a:pt x="510254" y="582140"/>
                    <a:pt x="520725" y="546898"/>
                  </a:cubicBezTo>
                  <a:cubicBezTo>
                    <a:pt x="687320" y="7783"/>
                    <a:pt x="836778" y="174470"/>
                    <a:pt x="836778" y="57313"/>
                  </a:cubicBezTo>
                  <a:cubicBezTo>
                    <a:pt x="836778" y="15403"/>
                    <a:pt x="802508" y="163"/>
                    <a:pt x="760621" y="163"/>
                  </a:cubicBezTo>
                  <a:cubicBezTo>
                    <a:pt x="713975" y="-2695"/>
                    <a:pt x="669232" y="32548"/>
                    <a:pt x="654001" y="71600"/>
                  </a:cubicBezTo>
                  <a:close/>
                  <a:moveTo>
                    <a:pt x="83773" y="411643"/>
                  </a:moveTo>
                  <a:cubicBezTo>
                    <a:pt x="72349" y="411643"/>
                    <a:pt x="70445" y="407833"/>
                    <a:pt x="70445" y="399260"/>
                  </a:cubicBezTo>
                  <a:cubicBezTo>
                    <a:pt x="70445" y="368780"/>
                    <a:pt x="121852" y="326870"/>
                    <a:pt x="147555" y="326870"/>
                  </a:cubicBezTo>
                  <a:cubicBezTo>
                    <a:pt x="156122" y="326870"/>
                    <a:pt x="162786" y="330680"/>
                    <a:pt x="162786" y="338300"/>
                  </a:cubicBezTo>
                  <a:cubicBezTo>
                    <a:pt x="162786" y="349730"/>
                    <a:pt x="107572" y="411643"/>
                    <a:pt x="83773" y="411643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9" name="Vrije vorm 18">
              <a:extLst>
                <a:ext uri="{FF2B5EF4-FFF2-40B4-BE49-F238E27FC236}">
                  <a16:creationId xmlns:a16="http://schemas.microsoft.com/office/drawing/2014/main" id="{BD5722A5-B1D3-3648-9953-C0071E95F67A}"/>
                </a:ext>
              </a:extLst>
            </p:cNvPr>
            <p:cNvSpPr/>
            <p:nvPr/>
          </p:nvSpPr>
          <p:spPr>
            <a:xfrm>
              <a:off x="5276839" y="8586470"/>
              <a:ext cx="315100" cy="374332"/>
            </a:xfrm>
            <a:custGeom>
              <a:avLst/>
              <a:gdLst>
                <a:gd name="connsiteX0" fmla="*/ 23799 w 315100"/>
                <a:gd name="connsiteY0" fmla="*/ 58102 h 374332"/>
                <a:gd name="connsiteX1" fmla="*/ 56166 w 315100"/>
                <a:gd name="connsiteY1" fmla="*/ 111442 h 374332"/>
                <a:gd name="connsiteX2" fmla="*/ 178018 w 315100"/>
                <a:gd name="connsiteY2" fmla="*/ 63817 h 374332"/>
                <a:gd name="connsiteX3" fmla="*/ 203721 w 315100"/>
                <a:gd name="connsiteY3" fmla="*/ 81915 h 374332"/>
                <a:gd name="connsiteX4" fmla="*/ 0 w 315100"/>
                <a:gd name="connsiteY4" fmla="*/ 318135 h 374332"/>
                <a:gd name="connsiteX5" fmla="*/ 87581 w 315100"/>
                <a:gd name="connsiteY5" fmla="*/ 374333 h 374332"/>
                <a:gd name="connsiteX6" fmla="*/ 315101 w 315100"/>
                <a:gd name="connsiteY6" fmla="*/ 284797 h 374332"/>
                <a:gd name="connsiteX7" fmla="*/ 297014 w 315100"/>
                <a:gd name="connsiteY7" fmla="*/ 269558 h 374332"/>
                <a:gd name="connsiteX8" fmla="*/ 121852 w 315100"/>
                <a:gd name="connsiteY8" fmla="*/ 312420 h 374332"/>
                <a:gd name="connsiteX9" fmla="*/ 89485 w 315100"/>
                <a:gd name="connsiteY9" fmla="*/ 292417 h 374332"/>
                <a:gd name="connsiteX10" fmla="*/ 284638 w 315100"/>
                <a:gd name="connsiteY10" fmla="*/ 78105 h 374332"/>
                <a:gd name="connsiteX11" fmla="*/ 196105 w 315100"/>
                <a:gd name="connsiteY11" fmla="*/ 0 h 374332"/>
                <a:gd name="connsiteX12" fmla="*/ 23799 w 315100"/>
                <a:gd name="connsiteY12" fmla="*/ 58102 h 374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100" h="374332">
                  <a:moveTo>
                    <a:pt x="23799" y="58102"/>
                  </a:moveTo>
                  <a:cubicBezTo>
                    <a:pt x="8568" y="69533"/>
                    <a:pt x="37127" y="120967"/>
                    <a:pt x="56166" y="111442"/>
                  </a:cubicBezTo>
                  <a:cubicBezTo>
                    <a:pt x="74253" y="102870"/>
                    <a:pt x="141843" y="63817"/>
                    <a:pt x="178018" y="63817"/>
                  </a:cubicBezTo>
                  <a:cubicBezTo>
                    <a:pt x="195153" y="63817"/>
                    <a:pt x="203721" y="72390"/>
                    <a:pt x="203721" y="81915"/>
                  </a:cubicBezTo>
                  <a:cubicBezTo>
                    <a:pt x="203721" y="120015"/>
                    <a:pt x="0" y="223838"/>
                    <a:pt x="0" y="318135"/>
                  </a:cubicBezTo>
                  <a:cubicBezTo>
                    <a:pt x="0" y="340995"/>
                    <a:pt x="20943" y="374333"/>
                    <a:pt x="87581" y="374333"/>
                  </a:cubicBezTo>
                  <a:cubicBezTo>
                    <a:pt x="191345" y="374333"/>
                    <a:pt x="315101" y="325755"/>
                    <a:pt x="315101" y="284797"/>
                  </a:cubicBezTo>
                  <a:cubicBezTo>
                    <a:pt x="315101" y="278130"/>
                    <a:pt x="306533" y="269558"/>
                    <a:pt x="297014" y="269558"/>
                  </a:cubicBezTo>
                  <a:cubicBezTo>
                    <a:pt x="280830" y="269558"/>
                    <a:pt x="177066" y="312420"/>
                    <a:pt x="121852" y="312420"/>
                  </a:cubicBezTo>
                  <a:cubicBezTo>
                    <a:pt x="103764" y="312420"/>
                    <a:pt x="89485" y="304800"/>
                    <a:pt x="89485" y="292417"/>
                  </a:cubicBezTo>
                  <a:cubicBezTo>
                    <a:pt x="89485" y="235267"/>
                    <a:pt x="284638" y="145733"/>
                    <a:pt x="284638" y="78105"/>
                  </a:cubicBezTo>
                  <a:cubicBezTo>
                    <a:pt x="284638" y="18097"/>
                    <a:pt x="229424" y="0"/>
                    <a:pt x="196105" y="0"/>
                  </a:cubicBezTo>
                  <a:cubicBezTo>
                    <a:pt x="117092" y="1905"/>
                    <a:pt x="39031" y="47625"/>
                    <a:pt x="23799" y="58102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 19">
              <a:extLst>
                <a:ext uri="{FF2B5EF4-FFF2-40B4-BE49-F238E27FC236}">
                  <a16:creationId xmlns:a16="http://schemas.microsoft.com/office/drawing/2014/main" id="{2258EF02-1E50-6848-A084-BCD8CC65969D}"/>
                </a:ext>
              </a:extLst>
            </p:cNvPr>
            <p:cNvSpPr/>
            <p:nvPr/>
          </p:nvSpPr>
          <p:spPr>
            <a:xfrm>
              <a:off x="6343993" y="8600715"/>
              <a:ext cx="1235652" cy="483911"/>
            </a:xfrm>
            <a:custGeom>
              <a:avLst/>
              <a:gdLst>
                <a:gd name="connsiteX0" fmla="*/ 992901 w 1235652"/>
                <a:gd name="connsiteY0" fmla="*/ 117199 h 483911"/>
                <a:gd name="connsiteX1" fmla="*/ 797748 w 1235652"/>
                <a:gd name="connsiteY1" fmla="*/ 196257 h 483911"/>
                <a:gd name="connsiteX2" fmla="*/ 721590 w 1235652"/>
                <a:gd name="connsiteY2" fmla="*/ 114342 h 483911"/>
                <a:gd name="connsiteX3" fmla="*/ 649241 w 1235652"/>
                <a:gd name="connsiteY3" fmla="*/ 38142 h 483911"/>
                <a:gd name="connsiteX4" fmla="*/ 571180 w 1235652"/>
                <a:gd name="connsiteY4" fmla="*/ 87672 h 483911"/>
                <a:gd name="connsiteX5" fmla="*/ 450280 w 1235652"/>
                <a:gd name="connsiteY5" fmla="*/ 193399 h 483911"/>
                <a:gd name="connsiteX6" fmla="*/ 411249 w 1235652"/>
                <a:gd name="connsiteY6" fmla="*/ 142917 h 483911"/>
                <a:gd name="connsiteX7" fmla="*/ 429337 w 1235652"/>
                <a:gd name="connsiteY7" fmla="*/ 83862 h 483911"/>
                <a:gd name="connsiteX8" fmla="*/ 393162 w 1235652"/>
                <a:gd name="connsiteY8" fmla="*/ 30522 h 483911"/>
                <a:gd name="connsiteX9" fmla="*/ 277974 w 1235652"/>
                <a:gd name="connsiteY9" fmla="*/ 111484 h 483911"/>
                <a:gd name="connsiteX10" fmla="*/ 152315 w 1235652"/>
                <a:gd name="connsiteY10" fmla="*/ 210544 h 483911"/>
                <a:gd name="connsiteX11" fmla="*/ 61878 w 1235652"/>
                <a:gd name="connsiteY11" fmla="*/ 100054 h 483911"/>
                <a:gd name="connsiteX12" fmla="*/ 0 w 1235652"/>
                <a:gd name="connsiteY12" fmla="*/ 160062 h 483911"/>
                <a:gd name="connsiteX13" fmla="*/ 45694 w 1235652"/>
                <a:gd name="connsiteY13" fmla="*/ 237214 h 483911"/>
                <a:gd name="connsiteX14" fmla="*/ 129467 w 1235652"/>
                <a:gd name="connsiteY14" fmla="*/ 291507 h 483911"/>
                <a:gd name="connsiteX15" fmla="*/ 319861 w 1235652"/>
                <a:gd name="connsiteY15" fmla="*/ 171492 h 483911"/>
                <a:gd name="connsiteX16" fmla="*/ 349372 w 1235652"/>
                <a:gd name="connsiteY16" fmla="*/ 204829 h 483911"/>
                <a:gd name="connsiteX17" fmla="*/ 449328 w 1235652"/>
                <a:gd name="connsiteY17" fmla="*/ 264837 h 483911"/>
                <a:gd name="connsiteX18" fmla="*/ 607354 w 1235652"/>
                <a:gd name="connsiteY18" fmla="*/ 180064 h 483911"/>
                <a:gd name="connsiteX19" fmla="*/ 763477 w 1235652"/>
                <a:gd name="connsiteY19" fmla="*/ 276267 h 483911"/>
                <a:gd name="connsiteX20" fmla="*/ 859626 w 1235652"/>
                <a:gd name="connsiteY20" fmla="*/ 262932 h 483911"/>
                <a:gd name="connsiteX21" fmla="*/ 1010988 w 1235652"/>
                <a:gd name="connsiteY21" fmla="*/ 232452 h 483911"/>
                <a:gd name="connsiteX22" fmla="*/ 1113800 w 1235652"/>
                <a:gd name="connsiteY22" fmla="*/ 71479 h 483911"/>
                <a:gd name="connsiteX23" fmla="*/ 1156639 w 1235652"/>
                <a:gd name="connsiteY23" fmla="*/ 127677 h 483911"/>
                <a:gd name="connsiteX24" fmla="*/ 894848 w 1235652"/>
                <a:gd name="connsiteY24" fmla="*/ 417237 h 483911"/>
                <a:gd name="connsiteX25" fmla="*/ 852010 w 1235652"/>
                <a:gd name="connsiteY25" fmla="*/ 461052 h 483911"/>
                <a:gd name="connsiteX26" fmla="*/ 881521 w 1235652"/>
                <a:gd name="connsiteY26" fmla="*/ 483912 h 483911"/>
                <a:gd name="connsiteX27" fmla="*/ 1235653 w 1235652"/>
                <a:gd name="connsiteY27" fmla="*/ 138154 h 483911"/>
                <a:gd name="connsiteX28" fmla="*/ 1121417 w 1235652"/>
                <a:gd name="connsiteY28" fmla="*/ 42 h 483911"/>
                <a:gd name="connsiteX29" fmla="*/ 992901 w 1235652"/>
                <a:gd name="connsiteY29" fmla="*/ 117199 h 48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35652" h="483911">
                  <a:moveTo>
                    <a:pt x="992901" y="117199"/>
                  </a:moveTo>
                  <a:cubicBezTo>
                    <a:pt x="976718" y="179112"/>
                    <a:pt x="860578" y="196257"/>
                    <a:pt x="797748" y="196257"/>
                  </a:cubicBezTo>
                  <a:cubicBezTo>
                    <a:pt x="734918" y="196257"/>
                    <a:pt x="734918" y="179112"/>
                    <a:pt x="721590" y="114342"/>
                  </a:cubicBezTo>
                  <a:cubicBezTo>
                    <a:pt x="709215" y="53382"/>
                    <a:pt x="683512" y="38142"/>
                    <a:pt x="649241" y="38142"/>
                  </a:cubicBezTo>
                  <a:cubicBezTo>
                    <a:pt x="624490" y="38142"/>
                    <a:pt x="599739" y="61954"/>
                    <a:pt x="571180" y="87672"/>
                  </a:cubicBezTo>
                  <a:cubicBezTo>
                    <a:pt x="522630" y="132439"/>
                    <a:pt x="475983" y="193399"/>
                    <a:pt x="450280" y="193399"/>
                  </a:cubicBezTo>
                  <a:cubicBezTo>
                    <a:pt x="428385" y="193399"/>
                    <a:pt x="411249" y="167682"/>
                    <a:pt x="411249" y="142917"/>
                  </a:cubicBezTo>
                  <a:cubicBezTo>
                    <a:pt x="411249" y="120057"/>
                    <a:pt x="429337" y="109579"/>
                    <a:pt x="429337" y="83862"/>
                  </a:cubicBezTo>
                  <a:cubicBezTo>
                    <a:pt x="429337" y="65764"/>
                    <a:pt x="418865" y="30522"/>
                    <a:pt x="393162" y="30522"/>
                  </a:cubicBezTo>
                  <a:cubicBezTo>
                    <a:pt x="353180" y="30522"/>
                    <a:pt x="289398" y="101007"/>
                    <a:pt x="277974" y="111484"/>
                  </a:cubicBezTo>
                  <a:cubicBezTo>
                    <a:pt x="244655" y="144822"/>
                    <a:pt x="198961" y="210544"/>
                    <a:pt x="152315" y="210544"/>
                  </a:cubicBezTo>
                  <a:cubicBezTo>
                    <a:pt x="81869" y="210544"/>
                    <a:pt x="145651" y="100054"/>
                    <a:pt x="61878" y="100054"/>
                  </a:cubicBezTo>
                  <a:cubicBezTo>
                    <a:pt x="18087" y="100054"/>
                    <a:pt x="0" y="140059"/>
                    <a:pt x="0" y="160062"/>
                  </a:cubicBezTo>
                  <a:cubicBezTo>
                    <a:pt x="0" y="193399"/>
                    <a:pt x="21895" y="211497"/>
                    <a:pt x="45694" y="237214"/>
                  </a:cubicBezTo>
                  <a:cubicBezTo>
                    <a:pt x="72350" y="265789"/>
                    <a:pt x="93293" y="291507"/>
                    <a:pt x="129467" y="291507"/>
                  </a:cubicBezTo>
                  <a:cubicBezTo>
                    <a:pt x="238944" y="291507"/>
                    <a:pt x="263695" y="171492"/>
                    <a:pt x="319861" y="171492"/>
                  </a:cubicBezTo>
                  <a:cubicBezTo>
                    <a:pt x="338900" y="171492"/>
                    <a:pt x="347468" y="188637"/>
                    <a:pt x="349372" y="204829"/>
                  </a:cubicBezTo>
                  <a:cubicBezTo>
                    <a:pt x="354131" y="245787"/>
                    <a:pt x="397922" y="264837"/>
                    <a:pt x="449328" y="264837"/>
                  </a:cubicBezTo>
                  <a:cubicBezTo>
                    <a:pt x="545477" y="264837"/>
                    <a:pt x="547381" y="180064"/>
                    <a:pt x="607354" y="180064"/>
                  </a:cubicBezTo>
                  <a:cubicBezTo>
                    <a:pt x="688272" y="180064"/>
                    <a:pt x="673040" y="276267"/>
                    <a:pt x="763477" y="276267"/>
                  </a:cubicBezTo>
                  <a:cubicBezTo>
                    <a:pt x="799652" y="276267"/>
                    <a:pt x="805364" y="270552"/>
                    <a:pt x="859626" y="262932"/>
                  </a:cubicBezTo>
                  <a:cubicBezTo>
                    <a:pt x="925311" y="254359"/>
                    <a:pt x="981477" y="250549"/>
                    <a:pt x="1010988" y="232452"/>
                  </a:cubicBezTo>
                  <a:cubicBezTo>
                    <a:pt x="1078578" y="191494"/>
                    <a:pt x="1043355" y="71479"/>
                    <a:pt x="1113800" y="71479"/>
                  </a:cubicBezTo>
                  <a:cubicBezTo>
                    <a:pt x="1137600" y="71479"/>
                    <a:pt x="1156639" y="87672"/>
                    <a:pt x="1156639" y="127677"/>
                  </a:cubicBezTo>
                  <a:cubicBezTo>
                    <a:pt x="1156639" y="177207"/>
                    <a:pt x="1139504" y="291507"/>
                    <a:pt x="894848" y="417237"/>
                  </a:cubicBezTo>
                  <a:cubicBezTo>
                    <a:pt x="870097" y="430572"/>
                    <a:pt x="852010" y="446764"/>
                    <a:pt x="852010" y="461052"/>
                  </a:cubicBezTo>
                  <a:cubicBezTo>
                    <a:pt x="852010" y="476292"/>
                    <a:pt x="867241" y="483912"/>
                    <a:pt x="881521" y="483912"/>
                  </a:cubicBezTo>
                  <a:cubicBezTo>
                    <a:pt x="936735" y="483912"/>
                    <a:pt x="1235653" y="321987"/>
                    <a:pt x="1235653" y="138154"/>
                  </a:cubicBezTo>
                  <a:cubicBezTo>
                    <a:pt x="1235653" y="32427"/>
                    <a:pt x="1189006" y="42"/>
                    <a:pt x="1121417" y="42"/>
                  </a:cubicBezTo>
                  <a:cubicBezTo>
                    <a:pt x="1013844" y="-1863"/>
                    <a:pt x="1008132" y="61954"/>
                    <a:pt x="992901" y="117199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 20">
              <a:extLst>
                <a:ext uri="{FF2B5EF4-FFF2-40B4-BE49-F238E27FC236}">
                  <a16:creationId xmlns:a16="http://schemas.microsoft.com/office/drawing/2014/main" id="{24E789B1-0ED8-6D47-9E06-C313E607811E}"/>
                </a:ext>
              </a:extLst>
            </p:cNvPr>
            <p:cNvSpPr/>
            <p:nvPr/>
          </p:nvSpPr>
          <p:spPr>
            <a:xfrm>
              <a:off x="3260574" y="8011160"/>
              <a:ext cx="2189522" cy="1441132"/>
            </a:xfrm>
            <a:custGeom>
              <a:avLst/>
              <a:gdLst>
                <a:gd name="connsiteX0" fmla="*/ 1968667 w 2189522"/>
                <a:gd name="connsiteY0" fmla="*/ 0 h 1441132"/>
                <a:gd name="connsiteX1" fmla="*/ 1087146 w 2189522"/>
                <a:gd name="connsiteY1" fmla="*/ 636270 h 1441132"/>
                <a:gd name="connsiteX2" fmla="*/ 0 w 2189522"/>
                <a:gd name="connsiteY2" fmla="*/ 1160145 h 1441132"/>
                <a:gd name="connsiteX3" fmla="*/ 145651 w 2189522"/>
                <a:gd name="connsiteY3" fmla="*/ 1255395 h 1441132"/>
                <a:gd name="connsiteX4" fmla="*/ 218000 w 2189522"/>
                <a:gd name="connsiteY4" fmla="*/ 1217295 h 1441132"/>
                <a:gd name="connsiteX5" fmla="*/ 111380 w 2189522"/>
                <a:gd name="connsiteY5" fmla="*/ 1143000 h 1441132"/>
                <a:gd name="connsiteX6" fmla="*/ 1027172 w 2189522"/>
                <a:gd name="connsiteY6" fmla="*/ 741998 h 1441132"/>
                <a:gd name="connsiteX7" fmla="*/ 1339417 w 2189522"/>
                <a:gd name="connsiteY7" fmla="*/ 1441133 h 1441132"/>
                <a:gd name="connsiteX8" fmla="*/ 1816352 w 2189522"/>
                <a:gd name="connsiteY8" fmla="*/ 1261110 h 1441132"/>
                <a:gd name="connsiteX9" fmla="*/ 1796361 w 2189522"/>
                <a:gd name="connsiteY9" fmla="*/ 1227773 h 1441132"/>
                <a:gd name="connsiteX10" fmla="*/ 1376544 w 2189522"/>
                <a:gd name="connsiteY10" fmla="*/ 1362075 h 1441132"/>
                <a:gd name="connsiteX11" fmla="*/ 1149975 w 2189522"/>
                <a:gd name="connsiteY11" fmla="*/ 704850 h 1441132"/>
                <a:gd name="connsiteX12" fmla="*/ 1650710 w 2189522"/>
                <a:gd name="connsiteY12" fmla="*/ 625793 h 1441132"/>
                <a:gd name="connsiteX13" fmla="*/ 1860142 w 2189522"/>
                <a:gd name="connsiteY13" fmla="*/ 689610 h 1441132"/>
                <a:gd name="connsiteX14" fmla="*/ 1888701 w 2189522"/>
                <a:gd name="connsiteY14" fmla="*/ 651510 h 1441132"/>
                <a:gd name="connsiteX15" fmla="*/ 1616439 w 2189522"/>
                <a:gd name="connsiteY15" fmla="*/ 545782 h 1441132"/>
                <a:gd name="connsiteX16" fmla="*/ 1210901 w 2189522"/>
                <a:gd name="connsiteY16" fmla="*/ 602932 h 1441132"/>
                <a:gd name="connsiteX17" fmla="*/ 1982946 w 2189522"/>
                <a:gd name="connsiteY17" fmla="*/ 75248 h 1441132"/>
                <a:gd name="connsiteX18" fmla="*/ 2189523 w 2189522"/>
                <a:gd name="connsiteY18" fmla="*/ 63817 h 1441132"/>
                <a:gd name="connsiteX19" fmla="*/ 1968667 w 2189522"/>
                <a:gd name="connsiteY19" fmla="*/ 0 h 144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189522" h="1441132">
                  <a:moveTo>
                    <a:pt x="1968667" y="0"/>
                  </a:moveTo>
                  <a:cubicBezTo>
                    <a:pt x="1784937" y="0"/>
                    <a:pt x="1446037" y="120967"/>
                    <a:pt x="1087146" y="636270"/>
                  </a:cubicBezTo>
                  <a:cubicBezTo>
                    <a:pt x="842490" y="705803"/>
                    <a:pt x="0" y="966787"/>
                    <a:pt x="0" y="1160145"/>
                  </a:cubicBezTo>
                  <a:cubicBezTo>
                    <a:pt x="0" y="1200150"/>
                    <a:pt x="59974" y="1255395"/>
                    <a:pt x="145651" y="1255395"/>
                  </a:cubicBezTo>
                  <a:cubicBezTo>
                    <a:pt x="186585" y="1255395"/>
                    <a:pt x="218000" y="1240155"/>
                    <a:pt x="218000" y="1217295"/>
                  </a:cubicBezTo>
                  <a:cubicBezTo>
                    <a:pt x="218000" y="1172528"/>
                    <a:pt x="111380" y="1175385"/>
                    <a:pt x="111380" y="1143000"/>
                  </a:cubicBezTo>
                  <a:cubicBezTo>
                    <a:pt x="111380" y="1056323"/>
                    <a:pt x="602595" y="869632"/>
                    <a:pt x="1027172" y="741998"/>
                  </a:cubicBezTo>
                  <a:cubicBezTo>
                    <a:pt x="864386" y="1053465"/>
                    <a:pt x="954822" y="1441133"/>
                    <a:pt x="1339417" y="1441133"/>
                  </a:cubicBezTo>
                  <a:cubicBezTo>
                    <a:pt x="1522194" y="1441133"/>
                    <a:pt x="1704972" y="1329690"/>
                    <a:pt x="1816352" y="1261110"/>
                  </a:cubicBezTo>
                  <a:cubicBezTo>
                    <a:pt x="1838247" y="1247775"/>
                    <a:pt x="1821112" y="1215390"/>
                    <a:pt x="1796361" y="1227773"/>
                  </a:cubicBezTo>
                  <a:cubicBezTo>
                    <a:pt x="1681173" y="1286828"/>
                    <a:pt x="1532666" y="1362075"/>
                    <a:pt x="1376544" y="1362075"/>
                  </a:cubicBezTo>
                  <a:cubicBezTo>
                    <a:pt x="963390" y="1362075"/>
                    <a:pt x="1010036" y="950595"/>
                    <a:pt x="1149975" y="704850"/>
                  </a:cubicBezTo>
                  <a:cubicBezTo>
                    <a:pt x="1272779" y="670560"/>
                    <a:pt x="1457461" y="625793"/>
                    <a:pt x="1650710" y="625793"/>
                  </a:cubicBezTo>
                  <a:cubicBezTo>
                    <a:pt x="1794457" y="625793"/>
                    <a:pt x="1832536" y="680085"/>
                    <a:pt x="1860142" y="689610"/>
                  </a:cubicBezTo>
                  <a:cubicBezTo>
                    <a:pt x="1887749" y="699135"/>
                    <a:pt x="1906789" y="676275"/>
                    <a:pt x="1888701" y="651510"/>
                  </a:cubicBezTo>
                  <a:cubicBezTo>
                    <a:pt x="1860142" y="612457"/>
                    <a:pt x="1806832" y="545782"/>
                    <a:pt x="1616439" y="545782"/>
                  </a:cubicBezTo>
                  <a:cubicBezTo>
                    <a:pt x="1534570" y="544830"/>
                    <a:pt x="1370832" y="565785"/>
                    <a:pt x="1210901" y="602932"/>
                  </a:cubicBezTo>
                  <a:cubicBezTo>
                    <a:pt x="1386063" y="366713"/>
                    <a:pt x="1672605" y="75248"/>
                    <a:pt x="1982946" y="75248"/>
                  </a:cubicBezTo>
                  <a:cubicBezTo>
                    <a:pt x="2071479" y="75248"/>
                    <a:pt x="2189523" y="106680"/>
                    <a:pt x="2189523" y="63817"/>
                  </a:cubicBezTo>
                  <a:cubicBezTo>
                    <a:pt x="2188571" y="8573"/>
                    <a:pt x="2016265" y="0"/>
                    <a:pt x="1968667" y="0"/>
                  </a:cubicBezTo>
                  <a:close/>
                </a:path>
              </a:pathLst>
            </a:custGeom>
            <a:solidFill>
              <a:srgbClr val="747798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 21">
              <a:extLst>
                <a:ext uri="{FF2B5EF4-FFF2-40B4-BE49-F238E27FC236}">
                  <a16:creationId xmlns:a16="http://schemas.microsoft.com/office/drawing/2014/main" id="{32649FE9-DBE5-CA4C-BB82-5101FD35EFF0}"/>
                </a:ext>
              </a:extLst>
            </p:cNvPr>
            <p:cNvSpPr/>
            <p:nvPr/>
          </p:nvSpPr>
          <p:spPr>
            <a:xfrm>
              <a:off x="2935002" y="7898764"/>
              <a:ext cx="1386063" cy="525780"/>
            </a:xfrm>
            <a:custGeom>
              <a:avLst/>
              <a:gdLst>
                <a:gd name="connsiteX0" fmla="*/ 852962 w 1386063"/>
                <a:gd name="connsiteY0" fmla="*/ 517208 h 525780"/>
                <a:gd name="connsiteX1" fmla="*/ 945303 w 1386063"/>
                <a:gd name="connsiteY1" fmla="*/ 517208 h 525780"/>
                <a:gd name="connsiteX2" fmla="*/ 966246 w 1386063"/>
                <a:gd name="connsiteY2" fmla="*/ 232410 h 525780"/>
                <a:gd name="connsiteX3" fmla="*/ 967198 w 1386063"/>
                <a:gd name="connsiteY3" fmla="*/ 152400 h 525780"/>
                <a:gd name="connsiteX4" fmla="*/ 969102 w 1386063"/>
                <a:gd name="connsiteY4" fmla="*/ 152400 h 525780"/>
                <a:gd name="connsiteX5" fmla="*/ 996709 w 1386063"/>
                <a:gd name="connsiteY5" fmla="*/ 232410 h 525780"/>
                <a:gd name="connsiteX6" fmla="*/ 1078578 w 1386063"/>
                <a:gd name="connsiteY6" fmla="*/ 429578 h 525780"/>
                <a:gd name="connsiteX7" fmla="*/ 1159495 w 1386063"/>
                <a:gd name="connsiteY7" fmla="*/ 429578 h 525780"/>
                <a:gd name="connsiteX8" fmla="*/ 1242316 w 1386063"/>
                <a:gd name="connsiteY8" fmla="*/ 232410 h 525780"/>
                <a:gd name="connsiteX9" fmla="*/ 1269923 w 1386063"/>
                <a:gd name="connsiteY9" fmla="*/ 153352 h 525780"/>
                <a:gd name="connsiteX10" fmla="*/ 1271827 w 1386063"/>
                <a:gd name="connsiteY10" fmla="*/ 153352 h 525780"/>
                <a:gd name="connsiteX11" fmla="*/ 1272779 w 1386063"/>
                <a:gd name="connsiteY11" fmla="*/ 232410 h 525780"/>
                <a:gd name="connsiteX12" fmla="*/ 1294674 w 1386063"/>
                <a:gd name="connsiteY12" fmla="*/ 517208 h 525780"/>
                <a:gd name="connsiteX13" fmla="*/ 1386063 w 1386063"/>
                <a:gd name="connsiteY13" fmla="*/ 517208 h 525780"/>
                <a:gd name="connsiteX14" fmla="*/ 1345129 w 1386063"/>
                <a:gd name="connsiteY14" fmla="*/ 7620 h 525780"/>
                <a:gd name="connsiteX15" fmla="*/ 1246124 w 1386063"/>
                <a:gd name="connsiteY15" fmla="*/ 7620 h 525780"/>
                <a:gd name="connsiteX16" fmla="*/ 1146168 w 1386063"/>
                <a:gd name="connsiteY16" fmla="*/ 259080 h 525780"/>
                <a:gd name="connsiteX17" fmla="*/ 1121416 w 1386063"/>
                <a:gd name="connsiteY17" fmla="*/ 333375 h 525780"/>
                <a:gd name="connsiteX18" fmla="*/ 1118561 w 1386063"/>
                <a:gd name="connsiteY18" fmla="*/ 333375 h 525780"/>
                <a:gd name="connsiteX19" fmla="*/ 1092858 w 1386063"/>
                <a:gd name="connsiteY19" fmla="*/ 259080 h 525780"/>
                <a:gd name="connsiteX20" fmla="*/ 992901 w 1386063"/>
                <a:gd name="connsiteY20" fmla="*/ 7620 h 525780"/>
                <a:gd name="connsiteX21" fmla="*/ 893896 w 1386063"/>
                <a:gd name="connsiteY21" fmla="*/ 7620 h 525780"/>
                <a:gd name="connsiteX22" fmla="*/ 852962 w 1386063"/>
                <a:gd name="connsiteY22" fmla="*/ 517208 h 525780"/>
                <a:gd name="connsiteX23" fmla="*/ 432193 w 1386063"/>
                <a:gd name="connsiteY23" fmla="*/ 456248 h 525780"/>
                <a:gd name="connsiteX24" fmla="*/ 607355 w 1386063"/>
                <a:gd name="connsiteY24" fmla="*/ 525780 h 525780"/>
                <a:gd name="connsiteX25" fmla="*/ 774901 w 1386063"/>
                <a:gd name="connsiteY25" fmla="*/ 376238 h 525780"/>
                <a:gd name="connsiteX26" fmla="*/ 535005 w 1386063"/>
                <a:gd name="connsiteY26" fmla="*/ 145733 h 525780"/>
                <a:gd name="connsiteX27" fmla="*/ 612114 w 1386063"/>
                <a:gd name="connsiteY27" fmla="*/ 84773 h 525780"/>
                <a:gd name="connsiteX28" fmla="*/ 724447 w 1386063"/>
                <a:gd name="connsiteY28" fmla="*/ 129540 h 525780"/>
                <a:gd name="connsiteX29" fmla="*/ 764429 w 1386063"/>
                <a:gd name="connsiteY29" fmla="*/ 54293 h 525780"/>
                <a:gd name="connsiteX30" fmla="*/ 612114 w 1386063"/>
                <a:gd name="connsiteY30" fmla="*/ 0 h 525780"/>
                <a:gd name="connsiteX31" fmla="*/ 441712 w 1386063"/>
                <a:gd name="connsiteY31" fmla="*/ 147638 h 525780"/>
                <a:gd name="connsiteX32" fmla="*/ 681608 w 1386063"/>
                <a:gd name="connsiteY32" fmla="*/ 379095 h 525780"/>
                <a:gd name="connsiteX33" fmla="*/ 607355 w 1386063"/>
                <a:gd name="connsiteY33" fmla="*/ 441008 h 525780"/>
                <a:gd name="connsiteX34" fmla="*/ 480743 w 1386063"/>
                <a:gd name="connsiteY34" fmla="*/ 387668 h 525780"/>
                <a:gd name="connsiteX35" fmla="*/ 432193 w 1386063"/>
                <a:gd name="connsiteY35" fmla="*/ 456248 h 525780"/>
                <a:gd name="connsiteX36" fmla="*/ 92341 w 1386063"/>
                <a:gd name="connsiteY36" fmla="*/ 246698 h 525780"/>
                <a:gd name="connsiteX37" fmla="*/ 92341 w 1386063"/>
                <a:gd name="connsiteY37" fmla="*/ 87630 h 525780"/>
                <a:gd name="connsiteX38" fmla="*/ 162786 w 1386063"/>
                <a:gd name="connsiteY38" fmla="*/ 87630 h 525780"/>
                <a:gd name="connsiteX39" fmla="*/ 256079 w 1386063"/>
                <a:gd name="connsiteY39" fmla="*/ 166688 h 525780"/>
                <a:gd name="connsiteX40" fmla="*/ 176114 w 1386063"/>
                <a:gd name="connsiteY40" fmla="*/ 246698 h 525780"/>
                <a:gd name="connsiteX41" fmla="*/ 92341 w 1386063"/>
                <a:gd name="connsiteY41" fmla="*/ 246698 h 525780"/>
                <a:gd name="connsiteX42" fmla="*/ 0 w 1386063"/>
                <a:gd name="connsiteY42" fmla="*/ 517208 h 525780"/>
                <a:gd name="connsiteX43" fmla="*/ 92341 w 1386063"/>
                <a:gd name="connsiteY43" fmla="*/ 517208 h 525780"/>
                <a:gd name="connsiteX44" fmla="*/ 92341 w 1386063"/>
                <a:gd name="connsiteY44" fmla="*/ 327660 h 525780"/>
                <a:gd name="connsiteX45" fmla="*/ 180874 w 1386063"/>
                <a:gd name="connsiteY45" fmla="*/ 327660 h 525780"/>
                <a:gd name="connsiteX46" fmla="*/ 281782 w 1386063"/>
                <a:gd name="connsiteY46" fmla="*/ 518160 h 525780"/>
                <a:gd name="connsiteX47" fmla="*/ 385546 w 1386063"/>
                <a:gd name="connsiteY47" fmla="*/ 518160 h 525780"/>
                <a:gd name="connsiteX48" fmla="*/ 280830 w 1386063"/>
                <a:gd name="connsiteY48" fmla="*/ 327660 h 525780"/>
                <a:gd name="connsiteX49" fmla="*/ 263695 w 1386063"/>
                <a:gd name="connsiteY49" fmla="*/ 302895 h 525780"/>
                <a:gd name="connsiteX50" fmla="*/ 263695 w 1386063"/>
                <a:gd name="connsiteY50" fmla="*/ 300990 h 525780"/>
                <a:gd name="connsiteX51" fmla="*/ 349372 w 1386063"/>
                <a:gd name="connsiteY51" fmla="*/ 161925 h 525780"/>
                <a:gd name="connsiteX52" fmla="*/ 266551 w 1386063"/>
                <a:gd name="connsiteY52" fmla="*/ 22860 h 525780"/>
                <a:gd name="connsiteX53" fmla="*/ 163738 w 1386063"/>
                <a:gd name="connsiteY53" fmla="*/ 8573 h 525780"/>
                <a:gd name="connsiteX54" fmla="*/ 0 w 1386063"/>
                <a:gd name="connsiteY54" fmla="*/ 8573 h 525780"/>
                <a:gd name="connsiteX55" fmla="*/ 0 w 1386063"/>
                <a:gd name="connsiteY55" fmla="*/ 517208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386063" h="525780">
                  <a:moveTo>
                    <a:pt x="852962" y="517208"/>
                  </a:moveTo>
                  <a:lnTo>
                    <a:pt x="945303" y="517208"/>
                  </a:lnTo>
                  <a:lnTo>
                    <a:pt x="966246" y="232410"/>
                  </a:lnTo>
                  <a:cubicBezTo>
                    <a:pt x="968150" y="199073"/>
                    <a:pt x="967198" y="152400"/>
                    <a:pt x="967198" y="152400"/>
                  </a:cubicBezTo>
                  <a:lnTo>
                    <a:pt x="969102" y="152400"/>
                  </a:lnTo>
                  <a:cubicBezTo>
                    <a:pt x="969102" y="152400"/>
                    <a:pt x="985285" y="202883"/>
                    <a:pt x="996709" y="232410"/>
                  </a:cubicBezTo>
                  <a:lnTo>
                    <a:pt x="1078578" y="429578"/>
                  </a:lnTo>
                  <a:lnTo>
                    <a:pt x="1159495" y="429578"/>
                  </a:lnTo>
                  <a:lnTo>
                    <a:pt x="1242316" y="232410"/>
                  </a:lnTo>
                  <a:cubicBezTo>
                    <a:pt x="1254692" y="202883"/>
                    <a:pt x="1269923" y="153352"/>
                    <a:pt x="1269923" y="153352"/>
                  </a:cubicBezTo>
                  <a:lnTo>
                    <a:pt x="1271827" y="153352"/>
                  </a:lnTo>
                  <a:cubicBezTo>
                    <a:pt x="1271827" y="153352"/>
                    <a:pt x="1269923" y="198120"/>
                    <a:pt x="1272779" y="232410"/>
                  </a:cubicBezTo>
                  <a:lnTo>
                    <a:pt x="1294674" y="517208"/>
                  </a:lnTo>
                  <a:lnTo>
                    <a:pt x="1386063" y="517208"/>
                  </a:lnTo>
                  <a:lnTo>
                    <a:pt x="1345129" y="7620"/>
                  </a:lnTo>
                  <a:lnTo>
                    <a:pt x="1246124" y="7620"/>
                  </a:lnTo>
                  <a:lnTo>
                    <a:pt x="1146168" y="259080"/>
                  </a:lnTo>
                  <a:cubicBezTo>
                    <a:pt x="1134744" y="289560"/>
                    <a:pt x="1121416" y="333375"/>
                    <a:pt x="1121416" y="333375"/>
                  </a:cubicBezTo>
                  <a:lnTo>
                    <a:pt x="1118561" y="333375"/>
                  </a:lnTo>
                  <a:cubicBezTo>
                    <a:pt x="1118561" y="333375"/>
                    <a:pt x="1104281" y="288608"/>
                    <a:pt x="1092858" y="259080"/>
                  </a:cubicBezTo>
                  <a:lnTo>
                    <a:pt x="992901" y="7620"/>
                  </a:lnTo>
                  <a:lnTo>
                    <a:pt x="893896" y="7620"/>
                  </a:lnTo>
                  <a:lnTo>
                    <a:pt x="852962" y="517208"/>
                  </a:lnTo>
                  <a:close/>
                  <a:moveTo>
                    <a:pt x="432193" y="456248"/>
                  </a:moveTo>
                  <a:cubicBezTo>
                    <a:pt x="432193" y="456248"/>
                    <a:pt x="494071" y="525780"/>
                    <a:pt x="607355" y="525780"/>
                  </a:cubicBezTo>
                  <a:cubicBezTo>
                    <a:pt x="713023" y="525780"/>
                    <a:pt x="774901" y="457200"/>
                    <a:pt x="774901" y="376238"/>
                  </a:cubicBezTo>
                  <a:cubicBezTo>
                    <a:pt x="774901" y="213360"/>
                    <a:pt x="535005" y="235268"/>
                    <a:pt x="535005" y="145733"/>
                  </a:cubicBezTo>
                  <a:cubicBezTo>
                    <a:pt x="535005" y="109538"/>
                    <a:pt x="568324" y="84773"/>
                    <a:pt x="612114" y="84773"/>
                  </a:cubicBezTo>
                  <a:cubicBezTo>
                    <a:pt x="675896" y="84773"/>
                    <a:pt x="724447" y="129540"/>
                    <a:pt x="724447" y="129540"/>
                  </a:cubicBezTo>
                  <a:lnTo>
                    <a:pt x="764429" y="54293"/>
                  </a:lnTo>
                  <a:cubicBezTo>
                    <a:pt x="764429" y="54293"/>
                    <a:pt x="713023" y="0"/>
                    <a:pt x="612114" y="0"/>
                  </a:cubicBezTo>
                  <a:cubicBezTo>
                    <a:pt x="515014" y="0"/>
                    <a:pt x="441712" y="62865"/>
                    <a:pt x="441712" y="147638"/>
                  </a:cubicBezTo>
                  <a:cubicBezTo>
                    <a:pt x="441712" y="303848"/>
                    <a:pt x="681608" y="288608"/>
                    <a:pt x="681608" y="379095"/>
                  </a:cubicBezTo>
                  <a:cubicBezTo>
                    <a:pt x="681608" y="421005"/>
                    <a:pt x="646385" y="441008"/>
                    <a:pt x="607355" y="441008"/>
                  </a:cubicBezTo>
                  <a:cubicBezTo>
                    <a:pt x="535957" y="441008"/>
                    <a:pt x="480743" y="387668"/>
                    <a:pt x="480743" y="387668"/>
                  </a:cubicBezTo>
                  <a:lnTo>
                    <a:pt x="432193" y="456248"/>
                  </a:lnTo>
                  <a:close/>
                  <a:moveTo>
                    <a:pt x="92341" y="246698"/>
                  </a:moveTo>
                  <a:lnTo>
                    <a:pt x="92341" y="87630"/>
                  </a:lnTo>
                  <a:lnTo>
                    <a:pt x="162786" y="87630"/>
                  </a:lnTo>
                  <a:cubicBezTo>
                    <a:pt x="235136" y="87630"/>
                    <a:pt x="256079" y="118110"/>
                    <a:pt x="256079" y="166688"/>
                  </a:cubicBezTo>
                  <a:cubicBezTo>
                    <a:pt x="256079" y="217170"/>
                    <a:pt x="225616" y="246698"/>
                    <a:pt x="176114" y="246698"/>
                  </a:cubicBezTo>
                  <a:lnTo>
                    <a:pt x="92341" y="246698"/>
                  </a:lnTo>
                  <a:close/>
                  <a:moveTo>
                    <a:pt x="0" y="517208"/>
                  </a:moveTo>
                  <a:lnTo>
                    <a:pt x="92341" y="517208"/>
                  </a:lnTo>
                  <a:lnTo>
                    <a:pt x="92341" y="327660"/>
                  </a:lnTo>
                  <a:lnTo>
                    <a:pt x="180874" y="327660"/>
                  </a:lnTo>
                  <a:lnTo>
                    <a:pt x="281782" y="518160"/>
                  </a:lnTo>
                  <a:lnTo>
                    <a:pt x="385546" y="518160"/>
                  </a:lnTo>
                  <a:lnTo>
                    <a:pt x="280830" y="327660"/>
                  </a:lnTo>
                  <a:cubicBezTo>
                    <a:pt x="270358" y="309563"/>
                    <a:pt x="263695" y="302895"/>
                    <a:pt x="263695" y="302895"/>
                  </a:cubicBezTo>
                  <a:lnTo>
                    <a:pt x="263695" y="300990"/>
                  </a:lnTo>
                  <a:cubicBezTo>
                    <a:pt x="317005" y="279083"/>
                    <a:pt x="349372" y="222885"/>
                    <a:pt x="349372" y="161925"/>
                  </a:cubicBezTo>
                  <a:cubicBezTo>
                    <a:pt x="349372" y="94298"/>
                    <a:pt x="317005" y="45720"/>
                    <a:pt x="266551" y="22860"/>
                  </a:cubicBezTo>
                  <a:cubicBezTo>
                    <a:pt x="244655" y="12383"/>
                    <a:pt x="218952" y="8573"/>
                    <a:pt x="163738" y="8573"/>
                  </a:cubicBezTo>
                  <a:lnTo>
                    <a:pt x="0" y="8573"/>
                  </a:lnTo>
                  <a:lnTo>
                    <a:pt x="0" y="517208"/>
                  </a:lnTo>
                  <a:close/>
                </a:path>
              </a:pathLst>
            </a:custGeom>
            <a:solidFill>
              <a:srgbClr val="171C54"/>
            </a:solidFill>
            <a:ln w="95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24522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55" r:id="rId8"/>
    <p:sldLayoutId id="2147483658" r:id="rId9"/>
    <p:sldLayoutId id="2147483656" r:id="rId10"/>
    <p:sldLayoutId id="2147483659" r:id="rId11"/>
    <p:sldLayoutId id="2147483660" r:id="rId12"/>
    <p:sldLayoutId id="2147483661" r:id="rId13"/>
    <p:sldLayoutId id="2147483664" r:id="rId14"/>
    <p:sldLayoutId id="2147483662" r:id="rId15"/>
    <p:sldLayoutId id="2147483665" r:id="rId16"/>
    <p:sldLayoutId id="2147483663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710" r:id="rId24"/>
    <p:sldLayoutId id="2147483672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None/>
        <a:defRPr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Arial" panose="020B0604020202020204" pitchFamily="34" charset="0"/>
        <a:buChar char="•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890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Systeemlettertype regulier"/>
        <a:buChar char="–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2200" b="1" kern="1200">
          <a:solidFill>
            <a:schemeClr val="bg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800" b="1" kern="1200">
          <a:solidFill>
            <a:schemeClr val="tx2"/>
          </a:solidFill>
          <a:latin typeface="+mn-lt"/>
          <a:ea typeface="+mn-ea"/>
          <a:cs typeface="+mn-cs"/>
        </a:defRPr>
      </a:lvl6pPr>
      <a:lvl7pPr marL="358775" indent="-3587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+mj-lt"/>
        <a:buAutoNum type="arabi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58775" indent="-354013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bg2"/>
        </a:buClr>
        <a:buFont typeface="+mj-lt"/>
        <a:buAutoNum type="alphaLcPeriod"/>
        <a:tabLst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2800" b="1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459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3634" userDrawn="1">
          <p15:clr>
            <a:srgbClr val="F26B43"/>
          </p15:clr>
        </p15:guide>
        <p15:guide id="7" orient="horz" pos="686" userDrawn="1">
          <p15:clr>
            <a:srgbClr val="F26B43"/>
          </p15:clr>
        </p15:guide>
        <p15:guide id="8" orient="horz" pos="10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209838D-ED07-334D-8F6A-697A699C3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10" name="Ondertitel 9">
            <a:extLst>
              <a:ext uri="{FF2B5EF4-FFF2-40B4-BE49-F238E27FC236}">
                <a16:creationId xmlns:a16="http://schemas.microsoft.com/office/drawing/2014/main" id="{7BEF104A-F175-964F-B3F7-EE485FDD1B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Name of </a:t>
            </a:r>
            <a:r>
              <a:rPr lang="nl-NL" dirty="0" err="1"/>
              <a:t>presentation</a:t>
            </a:r>
            <a:endParaRPr lang="nl-NL" dirty="0"/>
          </a:p>
        </p:txBody>
      </p:sp>
      <p:pic>
        <p:nvPicPr>
          <p:cNvPr id="11" name="Picture Placeholder 10" descr="A body of water with building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C70F6D21-D065-4B78-B289-C0D924E0C9C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21119" b="48509"/>
          <a:stretch/>
        </p:blipFill>
        <p:spPr>
          <a:xfrm>
            <a:off x="0" y="3660775"/>
            <a:ext cx="12192000" cy="2467951"/>
          </a:xfrm>
        </p:spPr>
      </p:pic>
    </p:spTree>
    <p:extLst>
      <p:ext uri="{BB962C8B-B14F-4D97-AF65-F5344CB8AC3E}">
        <p14:creationId xmlns:p14="http://schemas.microsoft.com/office/powerpoint/2010/main" val="428852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A209838D-ED07-334D-8F6A-697A699C3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10" name="Ondertitel 9">
            <a:extLst>
              <a:ext uri="{FF2B5EF4-FFF2-40B4-BE49-F238E27FC236}">
                <a16:creationId xmlns:a16="http://schemas.microsoft.com/office/drawing/2014/main" id="{7BEF104A-F175-964F-B3F7-EE485FDD1B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Name of </a:t>
            </a:r>
            <a:r>
              <a:rPr lang="nl-NL" dirty="0" err="1"/>
              <a:t>presentation</a:t>
            </a:r>
            <a:endParaRPr lang="nl-NL" dirty="0"/>
          </a:p>
        </p:txBody>
      </p:sp>
      <p:pic>
        <p:nvPicPr>
          <p:cNvPr id="12" name="Picture Placeholder 11" descr="A picture containing sky, outdoor, tree, city&#10;&#10;Description automatically generated">
            <a:extLst>
              <a:ext uri="{FF2B5EF4-FFF2-40B4-BE49-F238E27FC236}">
                <a16:creationId xmlns:a16="http://schemas.microsoft.com/office/drawing/2014/main" id="{79F35DCE-9925-4AF7-85AA-56BC89FFE00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33508" b="36120"/>
          <a:stretch/>
        </p:blipFill>
        <p:spPr>
          <a:xfrm>
            <a:off x="0" y="3660775"/>
            <a:ext cx="12192000" cy="2467951"/>
          </a:xfrm>
        </p:spPr>
      </p:pic>
    </p:spTree>
    <p:extLst>
      <p:ext uri="{BB962C8B-B14F-4D97-AF65-F5344CB8AC3E}">
        <p14:creationId xmlns:p14="http://schemas.microsoft.com/office/powerpoint/2010/main" val="367056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84C742-D413-0A4B-B557-4374017B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43D785-96E3-AC4B-967D-D1A0E67F10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3"/>
            <a:r>
              <a:rPr lang="nl-NL" dirty="0" err="1"/>
              <a:t>Consectetuer</a:t>
            </a:r>
            <a:r>
              <a:rPr lang="nl-NL" dirty="0"/>
              <a:t> </a:t>
            </a:r>
            <a:r>
              <a:rPr lang="nl-NL" dirty="0" err="1"/>
              <a:t>adipiscing</a:t>
            </a:r>
            <a:r>
              <a:rPr lang="nl-NL" dirty="0"/>
              <a:t> </a:t>
            </a:r>
            <a:r>
              <a:rPr lang="nl-NL" dirty="0" err="1"/>
              <a:t>elit</a:t>
            </a:r>
            <a:r>
              <a:rPr lang="nl-NL" dirty="0"/>
              <a:t>. </a:t>
            </a:r>
            <a:r>
              <a:rPr lang="nl-NL" dirty="0" err="1"/>
              <a:t>Maecenas</a:t>
            </a:r>
            <a:r>
              <a:rPr lang="nl-NL" dirty="0"/>
              <a:t> </a:t>
            </a:r>
            <a:r>
              <a:rPr lang="nl-NL" dirty="0" err="1"/>
              <a:t>porttitor</a:t>
            </a:r>
            <a:r>
              <a:rPr lang="nl-NL" dirty="0"/>
              <a:t> </a:t>
            </a:r>
            <a:r>
              <a:rPr lang="nl-NL" dirty="0" err="1"/>
              <a:t>congue</a:t>
            </a:r>
            <a:r>
              <a:rPr lang="nl-NL" dirty="0"/>
              <a:t> massa. </a:t>
            </a:r>
            <a:r>
              <a:rPr lang="nl-NL" dirty="0" err="1"/>
              <a:t>Fusce</a:t>
            </a:r>
            <a:r>
              <a:rPr lang="nl-NL" dirty="0"/>
              <a:t> </a:t>
            </a:r>
            <a:r>
              <a:rPr lang="nl-NL" dirty="0" err="1"/>
              <a:t>posuere</a:t>
            </a:r>
            <a:r>
              <a:rPr lang="nl-NL" dirty="0"/>
              <a:t>, magna </a:t>
            </a:r>
            <a:r>
              <a:rPr lang="nl-NL" dirty="0" err="1"/>
              <a:t>sed</a:t>
            </a:r>
            <a:r>
              <a:rPr lang="nl-NL" dirty="0"/>
              <a:t> </a:t>
            </a:r>
            <a:r>
              <a:rPr lang="nl-NL" dirty="0" err="1"/>
              <a:t>pulvinar</a:t>
            </a:r>
            <a:r>
              <a:rPr lang="nl-NL" dirty="0"/>
              <a:t> </a:t>
            </a:r>
            <a:r>
              <a:rPr lang="nl-NL" dirty="0" err="1"/>
              <a:t>ultricies</a:t>
            </a:r>
            <a:r>
              <a:rPr lang="nl-NL" dirty="0"/>
              <a:t>, </a:t>
            </a:r>
            <a:r>
              <a:rPr lang="nl-NL" dirty="0" err="1"/>
              <a:t>purus</a:t>
            </a:r>
            <a:r>
              <a:rPr lang="nl-NL" dirty="0"/>
              <a:t> </a:t>
            </a:r>
            <a:r>
              <a:rPr lang="nl-NL" dirty="0" err="1"/>
              <a:t>lectus</a:t>
            </a:r>
            <a:r>
              <a:rPr lang="nl-NL" dirty="0"/>
              <a:t> </a:t>
            </a:r>
            <a:r>
              <a:rPr lang="nl-NL" dirty="0" err="1"/>
              <a:t>malesuada</a:t>
            </a:r>
            <a:r>
              <a:rPr lang="nl-NL" dirty="0"/>
              <a:t> libero,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r>
              <a:rPr lang="nl-NL" dirty="0"/>
              <a:t>. </a:t>
            </a:r>
            <a:r>
              <a:rPr lang="nl-NL" dirty="0" err="1"/>
              <a:t>Amet</a:t>
            </a:r>
            <a:r>
              <a:rPr lang="nl-NL" dirty="0"/>
              <a:t> dictum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r>
              <a:rPr lang="nl-NL" dirty="0"/>
              <a:t> </a:t>
            </a:r>
            <a:r>
              <a:rPr lang="nl-NL" dirty="0" err="1"/>
              <a:t>justo</a:t>
            </a:r>
            <a:r>
              <a:rPr lang="nl-NL" dirty="0"/>
              <a:t> </a:t>
            </a:r>
            <a:r>
              <a:rPr lang="nl-NL" dirty="0" err="1"/>
              <a:t>donec</a:t>
            </a:r>
            <a:r>
              <a:rPr lang="nl-NL" dirty="0"/>
              <a:t> </a:t>
            </a:r>
            <a:r>
              <a:rPr lang="nl-NL" dirty="0" err="1"/>
              <a:t>enim</a:t>
            </a:r>
            <a:r>
              <a:rPr lang="nl-NL" dirty="0"/>
              <a:t> </a:t>
            </a:r>
            <a:r>
              <a:rPr lang="nl-NL" dirty="0" err="1"/>
              <a:t>diam</a:t>
            </a:r>
            <a:r>
              <a:rPr lang="nl-NL" dirty="0"/>
              <a:t>. </a:t>
            </a:r>
            <a:r>
              <a:rPr lang="nl-NL" dirty="0" err="1"/>
              <a:t>Tortor</a:t>
            </a:r>
            <a:r>
              <a:rPr lang="nl-NL" dirty="0"/>
              <a:t> </a:t>
            </a:r>
            <a:r>
              <a:rPr lang="nl-NL" dirty="0" err="1"/>
              <a:t>id</a:t>
            </a:r>
            <a:r>
              <a:rPr lang="nl-NL" dirty="0"/>
              <a:t> </a:t>
            </a:r>
            <a:r>
              <a:rPr lang="nl-NL" dirty="0" err="1"/>
              <a:t>aliquet</a:t>
            </a:r>
            <a:r>
              <a:rPr lang="nl-NL" dirty="0"/>
              <a:t> </a:t>
            </a:r>
            <a:r>
              <a:rPr lang="nl-NL" dirty="0" err="1"/>
              <a:t>lectus</a:t>
            </a:r>
            <a:r>
              <a:rPr lang="nl-NL" dirty="0"/>
              <a:t> </a:t>
            </a:r>
            <a:r>
              <a:rPr lang="nl-NL" dirty="0" err="1"/>
              <a:t>proin</a:t>
            </a:r>
            <a:r>
              <a:rPr lang="nl-NL" dirty="0"/>
              <a:t> </a:t>
            </a:r>
            <a:r>
              <a:rPr lang="nl-NL" dirty="0" err="1"/>
              <a:t>nibh</a:t>
            </a:r>
            <a:r>
              <a:rPr lang="nl-NL" dirty="0"/>
              <a:t> </a:t>
            </a:r>
            <a:r>
              <a:rPr lang="nl-NL" dirty="0" err="1"/>
              <a:t>nisl</a:t>
            </a:r>
            <a:r>
              <a:rPr lang="nl-NL" dirty="0"/>
              <a:t> </a:t>
            </a:r>
            <a:r>
              <a:rPr lang="nl-NL" dirty="0" err="1"/>
              <a:t>condimentum</a:t>
            </a:r>
            <a:r>
              <a:rPr lang="nl-NL" dirty="0"/>
              <a:t>. </a:t>
            </a:r>
            <a:r>
              <a:rPr lang="nl-NL" dirty="0" err="1"/>
              <a:t>Cras</a:t>
            </a:r>
            <a:r>
              <a:rPr lang="nl-NL" dirty="0"/>
              <a:t> </a:t>
            </a:r>
            <a:r>
              <a:rPr lang="nl-NL" dirty="0" err="1"/>
              <a:t>ornare</a:t>
            </a:r>
            <a:r>
              <a:rPr lang="nl-NL" dirty="0"/>
              <a:t> </a:t>
            </a:r>
            <a:r>
              <a:rPr lang="nl-NL" dirty="0" err="1"/>
              <a:t>arcu</a:t>
            </a:r>
            <a:r>
              <a:rPr lang="nl-NL" dirty="0"/>
              <a:t> </a:t>
            </a:r>
            <a:r>
              <a:rPr lang="nl-NL" dirty="0" err="1"/>
              <a:t>dui</a:t>
            </a:r>
            <a:r>
              <a:rPr lang="nl-NL" dirty="0"/>
              <a:t> </a:t>
            </a:r>
            <a:r>
              <a:rPr lang="nl-NL" dirty="0" err="1"/>
              <a:t>vivamus</a:t>
            </a:r>
            <a:r>
              <a:rPr lang="nl-NL" dirty="0"/>
              <a:t> </a:t>
            </a:r>
            <a:r>
              <a:rPr lang="nl-NL" dirty="0" err="1"/>
              <a:t>arcu</a:t>
            </a:r>
            <a:r>
              <a:rPr lang="nl-NL" dirty="0"/>
              <a:t> </a:t>
            </a:r>
            <a:r>
              <a:rPr lang="nl-NL" dirty="0" err="1"/>
              <a:t>felis</a:t>
            </a:r>
            <a:r>
              <a:rPr lang="nl-NL" dirty="0"/>
              <a:t> </a:t>
            </a:r>
            <a:r>
              <a:rPr lang="nl-NL" dirty="0" err="1"/>
              <a:t>bibendum</a:t>
            </a:r>
            <a:r>
              <a:rPr lang="nl-NL" dirty="0"/>
              <a:t> ut. </a:t>
            </a:r>
            <a:r>
              <a:rPr lang="nl-NL" dirty="0" err="1"/>
              <a:t>Malesuada</a:t>
            </a:r>
            <a:r>
              <a:rPr lang="nl-NL" dirty="0"/>
              <a:t> </a:t>
            </a:r>
            <a:r>
              <a:rPr lang="nl-NL" dirty="0" err="1"/>
              <a:t>proin</a:t>
            </a:r>
            <a:r>
              <a:rPr lang="nl-NL" dirty="0"/>
              <a:t> libero </a:t>
            </a:r>
            <a:r>
              <a:rPr lang="nl-NL" dirty="0" err="1"/>
              <a:t>nunc</a:t>
            </a:r>
            <a:r>
              <a:rPr lang="nl-NL" dirty="0"/>
              <a:t> </a:t>
            </a:r>
            <a:r>
              <a:rPr lang="nl-NL" dirty="0" err="1"/>
              <a:t>consequat</a:t>
            </a:r>
            <a:r>
              <a:rPr lang="nl-NL" dirty="0"/>
              <a:t> </a:t>
            </a:r>
            <a:r>
              <a:rPr lang="nl-NL" dirty="0" err="1"/>
              <a:t>interdum</a:t>
            </a:r>
            <a:r>
              <a:rPr lang="nl-NL" dirty="0"/>
              <a:t> </a:t>
            </a:r>
            <a:r>
              <a:rPr lang="nl-NL" dirty="0" err="1"/>
              <a:t>varius</a:t>
            </a:r>
            <a:r>
              <a:rPr lang="nl-NL" dirty="0"/>
              <a:t>. </a:t>
            </a:r>
            <a:r>
              <a:rPr lang="nl-NL" dirty="0" err="1"/>
              <a:t>Tortor</a:t>
            </a:r>
            <a:r>
              <a:rPr lang="nl-NL" dirty="0"/>
              <a:t> </a:t>
            </a:r>
            <a:r>
              <a:rPr lang="nl-NL" dirty="0" err="1"/>
              <a:t>aliquam</a:t>
            </a:r>
            <a:r>
              <a:rPr lang="nl-NL" dirty="0"/>
              <a:t> </a:t>
            </a:r>
            <a:r>
              <a:rPr lang="nl-NL" dirty="0" err="1"/>
              <a:t>nulla</a:t>
            </a:r>
            <a:r>
              <a:rPr lang="nl-NL" dirty="0"/>
              <a:t> </a:t>
            </a:r>
            <a:r>
              <a:rPr lang="nl-NL" dirty="0" err="1"/>
              <a:t>facilisi</a:t>
            </a:r>
            <a:r>
              <a:rPr lang="nl-NL" dirty="0"/>
              <a:t> </a:t>
            </a:r>
            <a:r>
              <a:rPr lang="nl-NL" dirty="0" err="1"/>
              <a:t>cras</a:t>
            </a:r>
            <a:r>
              <a:rPr lang="nl-NL" dirty="0"/>
              <a:t>. </a:t>
            </a:r>
            <a:r>
              <a:rPr lang="nl-NL" dirty="0" err="1"/>
              <a:t>Donec</a:t>
            </a:r>
            <a:r>
              <a:rPr lang="nl-NL" dirty="0"/>
              <a:t> </a:t>
            </a:r>
            <a:r>
              <a:rPr lang="nl-NL" dirty="0" err="1"/>
              <a:t>quam</a:t>
            </a:r>
            <a:r>
              <a:rPr lang="nl-NL" dirty="0"/>
              <a:t> </a:t>
            </a:r>
            <a:r>
              <a:rPr lang="nl-NL" dirty="0" err="1"/>
              <a:t>felis</a:t>
            </a:r>
            <a:r>
              <a:rPr lang="nl-NL" dirty="0"/>
              <a:t>, </a:t>
            </a:r>
            <a:r>
              <a:rPr lang="nl-NL" dirty="0" err="1"/>
              <a:t>ultricies</a:t>
            </a:r>
            <a:r>
              <a:rPr lang="nl-NL" dirty="0"/>
              <a:t> </a:t>
            </a:r>
            <a:r>
              <a:rPr lang="nl-NL" dirty="0" err="1"/>
              <a:t>nec</a:t>
            </a:r>
            <a:r>
              <a:rPr lang="nl-NL" dirty="0"/>
              <a:t>, </a:t>
            </a:r>
            <a:r>
              <a:rPr lang="nl-NL" dirty="0" err="1"/>
              <a:t>pellentesque</a:t>
            </a:r>
            <a:r>
              <a:rPr lang="nl-NL" dirty="0"/>
              <a:t> </a:t>
            </a:r>
            <a:r>
              <a:rPr lang="nl-NL" dirty="0" err="1"/>
              <a:t>eu</a:t>
            </a:r>
            <a:r>
              <a:rPr lang="nl-NL" dirty="0"/>
              <a:t>, </a:t>
            </a:r>
            <a:r>
              <a:rPr lang="nl-NL" dirty="0" err="1"/>
              <a:t>pretium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, </a:t>
            </a:r>
            <a:r>
              <a:rPr lang="nl-NL" dirty="0" err="1"/>
              <a:t>sem</a:t>
            </a:r>
            <a:r>
              <a:rPr lang="nl-NL" dirty="0"/>
              <a:t>. Cum </a:t>
            </a:r>
            <a:r>
              <a:rPr lang="nl-NL" dirty="0" err="1"/>
              <a:t>sociis</a:t>
            </a:r>
            <a:r>
              <a:rPr lang="nl-NL" dirty="0"/>
              <a:t> </a:t>
            </a:r>
            <a:r>
              <a:rPr lang="nl-NL" dirty="0" err="1"/>
              <a:t>natoque</a:t>
            </a:r>
            <a:r>
              <a:rPr lang="nl-NL" dirty="0"/>
              <a:t> </a:t>
            </a:r>
            <a:r>
              <a:rPr lang="nl-NL" dirty="0" err="1"/>
              <a:t>penatibus</a:t>
            </a:r>
            <a:r>
              <a:rPr lang="nl-NL" dirty="0"/>
              <a:t> et </a:t>
            </a:r>
            <a:r>
              <a:rPr lang="nl-NL" dirty="0" err="1"/>
              <a:t>magnis</a:t>
            </a:r>
            <a:r>
              <a:rPr lang="nl-NL" dirty="0"/>
              <a:t> dis </a:t>
            </a:r>
            <a:r>
              <a:rPr lang="nl-NL" dirty="0" err="1"/>
              <a:t>parturient</a:t>
            </a:r>
            <a:r>
              <a:rPr lang="nl-NL" dirty="0"/>
              <a:t> </a:t>
            </a:r>
            <a:r>
              <a:rPr lang="nl-NL" dirty="0" err="1"/>
              <a:t>montes</a:t>
            </a:r>
            <a:r>
              <a:rPr lang="nl-NL" dirty="0"/>
              <a:t>, </a:t>
            </a:r>
            <a:r>
              <a:rPr lang="nl-NL" dirty="0" err="1"/>
              <a:t>nascetur</a:t>
            </a:r>
            <a:r>
              <a:rPr lang="nl-NL" dirty="0"/>
              <a:t> </a:t>
            </a:r>
            <a:r>
              <a:rPr lang="nl-NL" dirty="0" err="1"/>
              <a:t>ridiculus</a:t>
            </a:r>
            <a:r>
              <a:rPr lang="nl-NL" dirty="0"/>
              <a:t> mus.</a:t>
            </a:r>
          </a:p>
          <a:p>
            <a:pPr lvl="3"/>
            <a:endParaRPr lang="nl-NL" dirty="0"/>
          </a:p>
          <a:p>
            <a:pPr lvl="4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endParaRPr lang="nl-NL" dirty="0"/>
          </a:p>
          <a:p>
            <a:r>
              <a:rPr lang="nl-NL" dirty="0" err="1"/>
              <a:t>Nunc</a:t>
            </a:r>
            <a:r>
              <a:rPr lang="nl-NL" dirty="0"/>
              <a:t> </a:t>
            </a:r>
            <a:r>
              <a:rPr lang="nl-NL" dirty="0" err="1"/>
              <a:t>viverra</a:t>
            </a:r>
            <a:r>
              <a:rPr lang="nl-NL" dirty="0"/>
              <a:t> </a:t>
            </a:r>
            <a:r>
              <a:rPr lang="nl-NL" dirty="0" err="1"/>
              <a:t>imperdiet</a:t>
            </a:r>
            <a:r>
              <a:rPr lang="nl-NL" dirty="0"/>
              <a:t> </a:t>
            </a:r>
            <a:r>
              <a:rPr lang="nl-NL" dirty="0" err="1"/>
              <a:t>enim</a:t>
            </a:r>
            <a:r>
              <a:rPr lang="nl-NL" dirty="0"/>
              <a:t>.</a:t>
            </a:r>
          </a:p>
          <a:p>
            <a:r>
              <a:rPr lang="nl-NL" dirty="0" err="1"/>
              <a:t>Fusce</a:t>
            </a:r>
            <a:r>
              <a:rPr lang="nl-NL" dirty="0"/>
              <a:t> </a:t>
            </a:r>
            <a:r>
              <a:rPr lang="nl-NL" dirty="0" err="1"/>
              <a:t>est</a:t>
            </a:r>
            <a:r>
              <a:rPr lang="nl-NL" dirty="0"/>
              <a:t> </a:t>
            </a:r>
            <a:r>
              <a:rPr lang="nl-NL" dirty="0" err="1"/>
              <a:t>vivamus</a:t>
            </a:r>
            <a:r>
              <a:rPr lang="nl-NL" dirty="0"/>
              <a:t> a </a:t>
            </a:r>
            <a:r>
              <a:rPr lang="nl-NL" dirty="0" err="1"/>
              <a:t>tellus</a:t>
            </a:r>
            <a:r>
              <a:rPr lang="nl-NL" dirty="0"/>
              <a:t>.</a:t>
            </a:r>
          </a:p>
          <a:p>
            <a:pPr lvl="1"/>
            <a:r>
              <a:rPr lang="nl-NL" dirty="0" err="1"/>
              <a:t>Pellentesque</a:t>
            </a:r>
            <a:r>
              <a:rPr lang="nl-NL" dirty="0"/>
              <a:t> </a:t>
            </a:r>
            <a:r>
              <a:rPr lang="nl-NL" dirty="0" err="1"/>
              <a:t>habitant</a:t>
            </a:r>
            <a:r>
              <a:rPr lang="nl-NL" dirty="0"/>
              <a:t> </a:t>
            </a:r>
            <a:r>
              <a:rPr lang="nl-NL" dirty="0" err="1"/>
              <a:t>morbi</a:t>
            </a:r>
            <a:r>
              <a:rPr lang="nl-NL" dirty="0"/>
              <a:t> </a:t>
            </a:r>
            <a:r>
              <a:rPr lang="nl-NL" dirty="0" err="1"/>
              <a:t>tristique</a:t>
            </a:r>
            <a:r>
              <a:rPr lang="nl-NL" dirty="0"/>
              <a:t>.</a:t>
            </a:r>
          </a:p>
          <a:p>
            <a:pPr lvl="1"/>
            <a:r>
              <a:rPr lang="nl-NL" dirty="0" err="1"/>
              <a:t>Senectus</a:t>
            </a:r>
            <a:r>
              <a:rPr lang="nl-NL" dirty="0"/>
              <a:t> et </a:t>
            </a:r>
            <a:r>
              <a:rPr lang="nl-NL" dirty="0" err="1"/>
              <a:t>netus</a:t>
            </a:r>
            <a:r>
              <a:rPr lang="nl-NL" dirty="0"/>
              <a:t> et </a:t>
            </a:r>
            <a:r>
              <a:rPr lang="nl-NL" dirty="0" err="1"/>
              <a:t>malesuada</a:t>
            </a:r>
            <a:r>
              <a:rPr lang="nl-NL" dirty="0"/>
              <a:t> </a:t>
            </a:r>
            <a:r>
              <a:rPr lang="nl-NL" dirty="0" err="1"/>
              <a:t>fames</a:t>
            </a:r>
            <a:r>
              <a:rPr lang="nl-NL" dirty="0"/>
              <a:t>.</a:t>
            </a:r>
          </a:p>
          <a:p>
            <a:pPr lvl="2"/>
            <a:r>
              <a:rPr lang="nl-NL" dirty="0" err="1"/>
              <a:t>Turpis</a:t>
            </a:r>
            <a:r>
              <a:rPr lang="nl-NL" dirty="0"/>
              <a:t> </a:t>
            </a:r>
            <a:r>
              <a:rPr lang="nl-NL" dirty="0" err="1"/>
              <a:t>egestas</a:t>
            </a:r>
            <a:r>
              <a:rPr lang="nl-NL" dirty="0"/>
              <a:t> </a:t>
            </a:r>
            <a:r>
              <a:rPr lang="nl-NL" dirty="0" err="1"/>
              <a:t>proin</a:t>
            </a:r>
            <a:r>
              <a:rPr lang="nl-NL" dirty="0"/>
              <a:t> </a:t>
            </a:r>
            <a:r>
              <a:rPr lang="nl-NL" dirty="0" err="1"/>
              <a:t>pharetra</a:t>
            </a:r>
            <a:r>
              <a:rPr lang="nl-NL" dirty="0"/>
              <a:t>.</a:t>
            </a:r>
          </a:p>
          <a:p>
            <a:pPr lvl="2"/>
            <a:r>
              <a:rPr lang="nl-NL" dirty="0" err="1"/>
              <a:t>Nonummy</a:t>
            </a:r>
            <a:r>
              <a:rPr lang="nl-NL" dirty="0"/>
              <a:t> pede, </a:t>
            </a:r>
            <a:r>
              <a:rPr lang="nl-NL" dirty="0" err="1"/>
              <a:t>mauris</a:t>
            </a:r>
            <a:r>
              <a:rPr lang="nl-NL" dirty="0"/>
              <a:t> et </a:t>
            </a:r>
            <a:r>
              <a:rPr lang="nl-NL" dirty="0" err="1"/>
              <a:t>orci</a:t>
            </a:r>
            <a:r>
              <a:rPr lang="nl-NL" dirty="0"/>
              <a:t>.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DC0B17-3708-BF4A-8E67-5C5AE790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051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6CA6D-C58B-4647-AD80-CB97B557D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here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20F403E-1AB6-6448-87BE-C959E3E5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85B7-8D61-3547-B415-D41275AC9D14}" type="slidenum">
              <a:rPr lang="nl-NL" smtClean="0"/>
              <a:pPr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954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6027A-7288-5345-A668-959B7277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357668D-F573-5D44-8D00-194B6FBAC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b="1" dirty="0" err="1"/>
              <a:t>www.rsm.nl</a:t>
            </a:r>
            <a:endParaRPr lang="nl-NL" b="1" dirty="0"/>
          </a:p>
          <a:p>
            <a:endParaRPr lang="nl-NL" dirty="0"/>
          </a:p>
          <a:p>
            <a:r>
              <a:rPr lang="nl-NL" dirty="0"/>
              <a:t>Burgemeester </a:t>
            </a:r>
            <a:r>
              <a:rPr lang="nl-NL" dirty="0" err="1"/>
              <a:t>Oudlaan</a:t>
            </a:r>
            <a:r>
              <a:rPr lang="nl-NL" dirty="0"/>
              <a:t> 50</a:t>
            </a:r>
          </a:p>
          <a:p>
            <a:r>
              <a:rPr lang="nl-NL" dirty="0"/>
              <a:t>3062 PA Rotterdam</a:t>
            </a:r>
          </a:p>
          <a:p>
            <a:r>
              <a:rPr lang="nl-NL" dirty="0"/>
              <a:t>The Netherlands</a:t>
            </a:r>
          </a:p>
          <a:p>
            <a:endParaRPr lang="nl-NL" dirty="0"/>
          </a:p>
          <a:p>
            <a:r>
              <a:rPr lang="nl-NL" dirty="0"/>
              <a:t>+31 10 408 2222</a:t>
            </a:r>
          </a:p>
          <a:p>
            <a:r>
              <a:rPr lang="nl-NL" dirty="0" err="1"/>
              <a:t>info@rsm.nl</a:t>
            </a:r>
            <a:endParaRPr lang="nl-NL" dirty="0"/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D19EE672-C2CB-DE40-9F03-15FF5AA5C023}"/>
              </a:ext>
            </a:extLst>
          </p:cNvPr>
          <p:cNvSpPr>
            <a:spLocks noGrp="1"/>
          </p:cNvSpPr>
          <p:nvPr>
            <p:ph type="subTitle" idx="26"/>
          </p:nvPr>
        </p:nvSpPr>
        <p:spPr/>
        <p:txBody>
          <a:bodyPr/>
          <a:lstStyle/>
          <a:p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</a:t>
            </a:r>
            <a:r>
              <a:rPr lang="nl-NL" dirty="0" err="1"/>
              <a:t>dolor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amet</a:t>
            </a:r>
            <a:r>
              <a:rPr lang="nl-NL" dirty="0"/>
              <a:t>, </a:t>
            </a:r>
            <a:r>
              <a:rPr lang="nl-NL" dirty="0" err="1"/>
              <a:t>consectetuer</a:t>
            </a:r>
            <a:r>
              <a:rPr lang="nl-NL" dirty="0"/>
              <a:t> </a:t>
            </a:r>
            <a:r>
              <a:rPr lang="nl-NL" dirty="0" err="1"/>
              <a:t>adipiscing</a:t>
            </a:r>
            <a:r>
              <a:rPr lang="nl-NL" dirty="0"/>
              <a:t> </a:t>
            </a:r>
            <a:r>
              <a:rPr lang="nl-NL" dirty="0" err="1"/>
              <a:t>elit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902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SM">
  <a:themeElements>
    <a:clrScheme name="RSM 1">
      <a:dk1>
        <a:srgbClr val="000000"/>
      </a:dk1>
      <a:lt1>
        <a:srgbClr val="FFFFFF"/>
      </a:lt1>
      <a:dk2>
        <a:srgbClr val="202B52"/>
      </a:dk2>
      <a:lt2>
        <a:srgbClr val="3C71A8"/>
      </a:lt2>
      <a:accent1>
        <a:srgbClr val="62808D"/>
      </a:accent1>
      <a:accent2>
        <a:srgbClr val="5D8972"/>
      </a:accent2>
      <a:accent3>
        <a:srgbClr val="BD0226"/>
      </a:accent3>
      <a:accent4>
        <a:srgbClr val="B62D7A"/>
      </a:accent4>
      <a:accent5>
        <a:srgbClr val="D17B58"/>
      </a:accent5>
      <a:accent6>
        <a:srgbClr val="E1AE67"/>
      </a:accent6>
      <a:hlink>
        <a:srgbClr val="536DA4"/>
      </a:hlink>
      <a:folHlink>
        <a:srgbClr val="B62D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b="1"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SM_PPT_template_16x9_without_instructions.pptx" id="{6601C799-0ED5-450A-994E-B298C00CEA74}" vid="{3548C689-5843-454E-A8A0-9BF4EA9EF714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50FA5D051BBD4B9445E25E5713C2CF" ma:contentTypeVersion="11" ma:contentTypeDescription="Een nieuw document maken." ma:contentTypeScope="" ma:versionID="538ae743508cfd1b2d2188053d397809">
  <xsd:schema xmlns:xsd="http://www.w3.org/2001/XMLSchema" xmlns:xs="http://www.w3.org/2001/XMLSchema" xmlns:p="http://schemas.microsoft.com/office/2006/metadata/properties" xmlns:ns2="1f94ee3c-0ef9-4fdd-a1fe-d848893c0925" xmlns:ns3="07567aca-17fb-4875-944d-9d94ea97cf6a" targetNamespace="http://schemas.microsoft.com/office/2006/metadata/properties" ma:root="true" ma:fieldsID="e7e8d9d19c6ee4ac6f670eed0e201463" ns2:_="" ns3:_="">
    <xsd:import namespace="1f94ee3c-0ef9-4fdd-a1fe-d848893c0925"/>
    <xsd:import namespace="07567aca-17fb-4875-944d-9d94ea97cf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94ee3c-0ef9-4fdd-a1fe-d848893c09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567aca-17fb-4875-944d-9d94ea97cf6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1C735B2-F7EB-45AC-80D4-959D34EF0E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C6BAB2-F61F-445B-B97A-A6799F9B18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94ee3c-0ef9-4fdd-a1fe-d848893c0925"/>
    <ds:schemaRef ds:uri="07567aca-17fb-4875-944d-9d94ea97cf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F2D74E-1666-4035-BB22-415B6DB0806C}">
  <ds:schemaRefs>
    <ds:schemaRef ds:uri="07567aca-17fb-4875-944d-9d94ea97cf6a"/>
    <ds:schemaRef ds:uri="http://purl.org/dc/terms/"/>
    <ds:schemaRef ds:uri="1f94ee3c-0ef9-4fdd-a1fe-d848893c0925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RSM</Template>
  <TotalTime>2</TotalTime>
  <Words>191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Systeemlettertype regulier</vt:lpstr>
      <vt:lpstr>Arial</vt:lpstr>
      <vt:lpstr>Calibri</vt:lpstr>
      <vt:lpstr>RSM</vt:lpstr>
      <vt:lpstr>Place title here</vt:lpstr>
      <vt:lpstr>Place title here</vt:lpstr>
      <vt:lpstr>Place title here</vt:lpstr>
      <vt:lpstr>Place title here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Yongkang</dc:creator>
  <cp:lastModifiedBy>Yang, Yongkang</cp:lastModifiedBy>
  <cp:revision>2</cp:revision>
  <dcterms:created xsi:type="dcterms:W3CDTF">2026-03-29T17:23:47Z</dcterms:created>
  <dcterms:modified xsi:type="dcterms:W3CDTF">2026-03-29T17:53:16Z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0x0101002750FA5D051BBD4B9445E25E5713C2CF</vt:lpwstr>
  </property>
</Properties>
</file>